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00" r:id="rId3"/>
    <p:sldId id="281" r:id="rId4"/>
    <p:sldId id="259" r:id="rId5"/>
    <p:sldId id="275" r:id="rId6"/>
    <p:sldId id="277" r:id="rId7"/>
    <p:sldId id="280" r:id="rId8"/>
    <p:sldId id="276" r:id="rId9"/>
    <p:sldId id="319" r:id="rId10"/>
    <p:sldId id="305" r:id="rId11"/>
    <p:sldId id="304" r:id="rId12"/>
    <p:sldId id="302" r:id="rId13"/>
    <p:sldId id="264" r:id="rId14"/>
    <p:sldId id="301" r:id="rId15"/>
    <p:sldId id="310" r:id="rId16"/>
    <p:sldId id="309" r:id="rId17"/>
    <p:sldId id="279" r:id="rId18"/>
    <p:sldId id="267" r:id="rId19"/>
    <p:sldId id="268" r:id="rId20"/>
    <p:sldId id="316" r:id="rId21"/>
    <p:sldId id="315" r:id="rId22"/>
    <p:sldId id="314" r:id="rId23"/>
    <p:sldId id="317" r:id="rId24"/>
    <p:sldId id="318" r:id="rId25"/>
    <p:sldId id="266" r:id="rId26"/>
    <p:sldId id="273" r:id="rId27"/>
    <p:sldId id="274" r:id="rId28"/>
    <p:sldId id="282" r:id="rId29"/>
    <p:sldId id="320" r:id="rId30"/>
    <p:sldId id="321" r:id="rId31"/>
    <p:sldId id="322" r:id="rId32"/>
    <p:sldId id="323" r:id="rId33"/>
    <p:sldId id="312" r:id="rId3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illkommen" id="{7049C7DE-1A79-453E-A711-1DB4A2BD79FA}">
          <p14:sldIdLst>
            <p14:sldId id="258"/>
          </p14:sldIdLst>
        </p14:section>
        <p14:section name="Inhalt" id="{553BE57E-5802-4215-AE2A-4572AC56042F}">
          <p14:sldIdLst>
            <p14:sldId id="300"/>
          </p14:sldIdLst>
        </p14:section>
        <p14:section name="Designentscheidung" id="{52E622AD-B95F-4E76-B2D8-622AD455C49A}">
          <p14:sldIdLst>
            <p14:sldId id="281"/>
            <p14:sldId id="259"/>
            <p14:sldId id="275"/>
            <p14:sldId id="277"/>
            <p14:sldId id="280"/>
            <p14:sldId id="276"/>
            <p14:sldId id="319"/>
            <p14:sldId id="305"/>
            <p14:sldId id="304"/>
            <p14:sldId id="302"/>
            <p14:sldId id="264"/>
            <p14:sldId id="301"/>
          </p14:sldIdLst>
        </p14:section>
        <p14:section name="Technische Details" id="{BD061A18-C0A2-4509-A6E8-60023D55CBC4}">
          <p14:sldIdLst>
            <p14:sldId id="310"/>
            <p14:sldId id="309"/>
            <p14:sldId id="279"/>
            <p14:sldId id="267"/>
            <p14:sldId id="268"/>
            <p14:sldId id="316"/>
            <p14:sldId id="315"/>
            <p14:sldId id="314"/>
          </p14:sldIdLst>
        </p14:section>
        <p14:section name="Anpassungen" id="{66139136-E3F7-4322-8306-BC16D07BB72D}">
          <p14:sldIdLst>
            <p14:sldId id="317"/>
          </p14:sldIdLst>
        </p14:section>
        <p14:section name="Lessons learned" id="{6AE8BC3E-AD84-4F6D-A962-E28F39628A88}">
          <p14:sldIdLst>
            <p14:sldId id="318"/>
            <p14:sldId id="266"/>
            <p14:sldId id="273"/>
            <p14:sldId id="274"/>
            <p14:sldId id="282"/>
            <p14:sldId id="320"/>
            <p14:sldId id="321"/>
            <p14:sldId id="322"/>
            <p14:sldId id="323"/>
          </p14:sldIdLst>
        </p14:section>
        <p14:section name="Abschluss" id="{337BAA77-797B-493A-A0AB-6BE7E084BE5F}">
          <p14:sldIdLst>
            <p14:sldId id="31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E23C8-44CA-4EB4-83C9-B8FFD53B51C3}" v="4" dt="2026-01-15T10:16:34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benutzer" providerId="Windows Live" clId="Web-{AA2D5216-3595-9884-118B-8471EA6EE934}"/>
    <pc:docChg chg="addSld delSld modSld sldOrd delSection modSection">
      <pc:chgData name="Gastbenutzer" userId="" providerId="Windows Live" clId="Web-{AA2D5216-3595-9884-118B-8471EA6EE934}" dt="2026-01-11T13:51:54.178" v="237"/>
      <pc:docMkLst>
        <pc:docMk/>
      </pc:docMkLst>
      <pc:sldChg chg="add del">
        <pc:chgData name="Gastbenutzer" userId="" providerId="Windows Live" clId="Web-{AA2D5216-3595-9884-118B-8471EA6EE934}" dt="2026-01-11T13:51:54.178" v="237"/>
        <pc:sldMkLst>
          <pc:docMk/>
          <pc:sldMk cId="1625236769" sldId="258"/>
        </pc:sldMkLst>
      </pc:sldChg>
      <pc:sldChg chg="modSp add del ord">
        <pc:chgData name="Gastbenutzer" userId="" providerId="Windows Live" clId="Web-{AA2D5216-3595-9884-118B-8471EA6EE934}" dt="2026-01-11T13:41:09.486" v="157"/>
        <pc:sldMkLst>
          <pc:docMk/>
          <pc:sldMk cId="428616275" sldId="259"/>
        </pc:sldMkLst>
        <pc:spChg chg="mod">
          <ac:chgData name="Gastbenutzer" userId="" providerId="Windows Live" clId="Web-{AA2D5216-3595-9884-118B-8471EA6EE934}" dt="2026-01-11T12:16:42.112" v="1" actId="20577"/>
          <ac:spMkLst>
            <pc:docMk/>
            <pc:sldMk cId="428616275" sldId="259"/>
            <ac:spMk id="2" creationId="{744275A1-9C34-8047-FB84-BD60DA65E8D9}"/>
          </ac:spMkLst>
        </pc:spChg>
      </pc:sldChg>
      <pc:sldChg chg="modSp ord">
        <pc:chgData name="Gastbenutzer" userId="" providerId="Windows Live" clId="Web-{AA2D5216-3595-9884-118B-8471EA6EE934}" dt="2026-01-11T13:40:20.795" v="149"/>
        <pc:sldMkLst>
          <pc:docMk/>
          <pc:sldMk cId="3728183818" sldId="266"/>
        </pc:sldMkLst>
        <pc:spChg chg="mod">
          <ac:chgData name="Gastbenutzer" userId="" providerId="Windows Live" clId="Web-{AA2D5216-3595-9884-118B-8471EA6EE934}" dt="2026-01-11T12:17:16.425" v="19" actId="20577"/>
          <ac:spMkLst>
            <pc:docMk/>
            <pc:sldMk cId="3728183818" sldId="266"/>
            <ac:spMk id="2" creationId="{88982142-8C73-0574-1EFD-4910AA6BDC2F}"/>
          </ac:spMkLst>
        </pc:spChg>
      </pc:sldChg>
      <pc:sldChg chg="modSp ord">
        <pc:chgData name="Gastbenutzer" userId="" providerId="Windows Live" clId="Web-{AA2D5216-3595-9884-118B-8471EA6EE934}" dt="2026-01-11T13:40:20.795" v="151"/>
        <pc:sldMkLst>
          <pc:docMk/>
          <pc:sldMk cId="2623903719" sldId="267"/>
        </pc:sldMkLst>
        <pc:spChg chg="mod">
          <ac:chgData name="Gastbenutzer" userId="" providerId="Windows Live" clId="Web-{AA2D5216-3595-9884-118B-8471EA6EE934}" dt="2026-01-11T12:17:04.409" v="15" actId="20577"/>
          <ac:spMkLst>
            <pc:docMk/>
            <pc:sldMk cId="2623903719" sldId="267"/>
            <ac:spMk id="2" creationId="{AB3B0C7F-5C86-C35A-2FE5-83D2CC2FC8DD}"/>
          </ac:spMkLst>
        </pc:spChg>
      </pc:sldChg>
      <pc:sldChg chg="modSp ord">
        <pc:chgData name="Gastbenutzer" userId="" providerId="Windows Live" clId="Web-{AA2D5216-3595-9884-118B-8471EA6EE934}" dt="2026-01-11T13:40:20.795" v="150"/>
        <pc:sldMkLst>
          <pc:docMk/>
          <pc:sldMk cId="2568732392" sldId="268"/>
        </pc:sldMkLst>
        <pc:spChg chg="mod">
          <ac:chgData name="Gastbenutzer" userId="" providerId="Windows Live" clId="Web-{AA2D5216-3595-9884-118B-8471EA6EE934}" dt="2026-01-11T12:17:07.597" v="17" actId="20577"/>
          <ac:spMkLst>
            <pc:docMk/>
            <pc:sldMk cId="2568732392" sldId="268"/>
            <ac:spMk id="2" creationId="{BCA1A3CD-BCA4-116F-8485-6C354AEA68CB}"/>
          </ac:spMkLst>
        </pc:spChg>
      </pc:sldChg>
      <pc:sldChg chg="modSp ord">
        <pc:chgData name="Gastbenutzer" userId="" providerId="Windows Live" clId="Web-{AA2D5216-3595-9884-118B-8471EA6EE934}" dt="2026-01-11T13:40:20.795" v="147"/>
        <pc:sldMkLst>
          <pc:docMk/>
          <pc:sldMk cId="1137188321" sldId="273"/>
        </pc:sldMkLst>
        <pc:spChg chg="mod">
          <ac:chgData name="Gastbenutzer" userId="" providerId="Windows Live" clId="Web-{AA2D5216-3595-9884-118B-8471EA6EE934}" dt="2026-01-11T12:17:23.410" v="24" actId="20577"/>
          <ac:spMkLst>
            <pc:docMk/>
            <pc:sldMk cId="1137188321" sldId="273"/>
            <ac:spMk id="2" creationId="{6262ECC5-DF3B-CD8E-6061-0D4D6820B918}"/>
          </ac:spMkLst>
        </pc:spChg>
      </pc:sldChg>
      <pc:sldChg chg="modSp ord">
        <pc:chgData name="Gastbenutzer" userId="" providerId="Windows Live" clId="Web-{AA2D5216-3595-9884-118B-8471EA6EE934}" dt="2026-01-11T13:46:22.828" v="160" actId="20577"/>
        <pc:sldMkLst>
          <pc:docMk/>
          <pc:sldMk cId="2925966743" sldId="274"/>
        </pc:sldMkLst>
        <pc:spChg chg="mod">
          <ac:chgData name="Gastbenutzer" userId="" providerId="Windows Live" clId="Web-{AA2D5216-3595-9884-118B-8471EA6EE934}" dt="2026-01-11T12:17:27.816" v="26" actId="20577"/>
          <ac:spMkLst>
            <pc:docMk/>
            <pc:sldMk cId="2925966743" sldId="274"/>
            <ac:spMk id="2" creationId="{5D50D56C-1868-FD34-F4B4-CE86D6B0DF37}"/>
          </ac:spMkLst>
        </pc:spChg>
        <pc:spChg chg="mod">
          <ac:chgData name="Gastbenutzer" userId="" providerId="Windows Live" clId="Web-{AA2D5216-3595-9884-118B-8471EA6EE934}" dt="2026-01-11T13:46:22.828" v="160" actId="20577"/>
          <ac:spMkLst>
            <pc:docMk/>
            <pc:sldMk cId="2925966743" sldId="274"/>
            <ac:spMk id="3" creationId="{62DF8343-00B2-51F2-E453-DCF29752B204}"/>
          </ac:spMkLst>
        </pc:spChg>
      </pc:sldChg>
      <pc:sldChg chg="modSp add del ord">
        <pc:chgData name="Gastbenutzer" userId="" providerId="Windows Live" clId="Web-{AA2D5216-3595-9884-118B-8471EA6EE934}" dt="2026-01-11T13:41:09.486" v="156"/>
        <pc:sldMkLst>
          <pc:docMk/>
          <pc:sldMk cId="2414079197" sldId="275"/>
        </pc:sldMkLst>
        <pc:spChg chg="mod">
          <ac:chgData name="Gastbenutzer" userId="" providerId="Windows Live" clId="Web-{AA2D5216-3595-9884-118B-8471EA6EE934}" dt="2026-01-11T12:16:49.518" v="4" actId="20577"/>
          <ac:spMkLst>
            <pc:docMk/>
            <pc:sldMk cId="2414079197" sldId="275"/>
            <ac:spMk id="2" creationId="{7AE0B754-6517-9C11-0235-3CC05C45DDBF}"/>
          </ac:spMkLst>
        </pc:spChg>
      </pc:sldChg>
      <pc:sldChg chg="modSp add del ord">
        <pc:chgData name="Gastbenutzer" userId="" providerId="Windows Live" clId="Web-{AA2D5216-3595-9884-118B-8471EA6EE934}" dt="2026-01-11T13:41:09.486" v="154"/>
        <pc:sldMkLst>
          <pc:docMk/>
          <pc:sldMk cId="2303466740" sldId="276"/>
        </pc:sldMkLst>
        <pc:spChg chg="mod">
          <ac:chgData name="Gastbenutzer" userId="" providerId="Windows Live" clId="Web-{AA2D5216-3595-9884-118B-8471EA6EE934}" dt="2026-01-11T12:16:54.847" v="9" actId="20577"/>
          <ac:spMkLst>
            <pc:docMk/>
            <pc:sldMk cId="2303466740" sldId="276"/>
            <ac:spMk id="2" creationId="{66B2166D-EF54-6C4B-7102-64AC410F8E4A}"/>
          </ac:spMkLst>
        </pc:spChg>
      </pc:sldChg>
      <pc:sldChg chg="modSp add del ord">
        <pc:chgData name="Gastbenutzer" userId="" providerId="Windows Live" clId="Web-{AA2D5216-3595-9884-118B-8471EA6EE934}" dt="2026-01-11T13:41:09.486" v="155"/>
        <pc:sldMkLst>
          <pc:docMk/>
          <pc:sldMk cId="1001550339" sldId="277"/>
        </pc:sldMkLst>
        <pc:spChg chg="mod">
          <ac:chgData name="Gastbenutzer" userId="" providerId="Windows Live" clId="Web-{AA2D5216-3595-9884-118B-8471EA6EE934}" dt="2026-01-11T12:16:53.003" v="7" actId="20577"/>
          <ac:spMkLst>
            <pc:docMk/>
            <pc:sldMk cId="1001550339" sldId="277"/>
            <ac:spMk id="2" creationId="{F3A5892D-AF1F-8DC8-0387-FC847587C0F4}"/>
          </ac:spMkLst>
        </pc:spChg>
      </pc:sldChg>
      <pc:sldChg chg="modSp ord">
        <pc:chgData name="Gastbenutzer" userId="" providerId="Windows Live" clId="Web-{AA2D5216-3595-9884-118B-8471EA6EE934}" dt="2026-01-11T13:40:20.795" v="152"/>
        <pc:sldMkLst>
          <pc:docMk/>
          <pc:sldMk cId="4129494963" sldId="279"/>
        </pc:sldMkLst>
        <pc:spChg chg="mod">
          <ac:chgData name="Gastbenutzer" userId="" providerId="Windows Live" clId="Web-{AA2D5216-3595-9884-118B-8471EA6EE934}" dt="2026-01-11T12:17:01.659" v="13" actId="20577"/>
          <ac:spMkLst>
            <pc:docMk/>
            <pc:sldMk cId="4129494963" sldId="279"/>
            <ac:spMk id="2" creationId="{3BDAA3F2-4FA0-5C48-6F99-E930373D8F45}"/>
          </ac:spMkLst>
        </pc:spChg>
      </pc:sldChg>
      <pc:sldChg chg="modSp add del ord">
        <pc:chgData name="Gastbenutzer" userId="" providerId="Windows Live" clId="Web-{AA2D5216-3595-9884-118B-8471EA6EE934}" dt="2026-01-11T13:41:09.486" v="153"/>
        <pc:sldMkLst>
          <pc:docMk/>
          <pc:sldMk cId="424162126" sldId="280"/>
        </pc:sldMkLst>
        <pc:spChg chg="mod">
          <ac:chgData name="Gastbenutzer" userId="" providerId="Windows Live" clId="Web-{AA2D5216-3595-9884-118B-8471EA6EE934}" dt="2026-01-11T12:16:58.487" v="11" actId="20577"/>
          <ac:spMkLst>
            <pc:docMk/>
            <pc:sldMk cId="424162126" sldId="280"/>
            <ac:spMk id="2" creationId="{6C715CAC-D01F-6B72-74AD-9E078BEE5DB1}"/>
          </ac:spMkLst>
        </pc:spChg>
      </pc:sldChg>
      <pc:sldChg chg="addSp delSp modSp add del mod ord setBg">
        <pc:chgData name="Gastbenutzer" userId="" providerId="Windows Live" clId="Web-{AA2D5216-3595-9884-118B-8471EA6EE934}" dt="2026-01-11T13:51:51.115" v="235"/>
        <pc:sldMkLst>
          <pc:docMk/>
          <pc:sldMk cId="3580760417" sldId="281"/>
        </pc:sldMkLst>
        <pc:spChg chg="mod">
          <ac:chgData name="Gastbenutzer" userId="" providerId="Windows Live" clId="Web-{AA2D5216-3595-9884-118B-8471EA6EE934}" dt="2026-01-11T13:51:51.115" v="235"/>
          <ac:spMkLst>
            <pc:docMk/>
            <pc:sldMk cId="3580760417" sldId="281"/>
            <ac:spMk id="2" creationId="{639A1B20-E845-B3C0-C5CD-C300A776DE35}"/>
          </ac:spMkLst>
        </pc:spChg>
        <pc:spChg chg="mod">
          <ac:chgData name="Gastbenutzer" userId="" providerId="Windows Live" clId="Web-{AA2D5216-3595-9884-118B-8471EA6EE934}" dt="2026-01-11T13:51:51.115" v="235"/>
          <ac:spMkLst>
            <pc:docMk/>
            <pc:sldMk cId="3580760417" sldId="281"/>
            <ac:spMk id="3" creationId="{1F0AA1D6-845D-E599-38A9-5AB9D456855D}"/>
          </ac:spMkLst>
        </pc:spChg>
        <pc:spChg chg="mod ord">
          <ac:chgData name="Gastbenutzer" userId="" providerId="Windows Live" clId="Web-{AA2D5216-3595-9884-118B-8471EA6EE934}" dt="2026-01-11T13:51:51.115" v="235"/>
          <ac:spMkLst>
            <pc:docMk/>
            <pc:sldMk cId="3580760417" sldId="281"/>
            <ac:spMk id="4" creationId="{7DD760F8-AB39-FD64-0E38-BF6D3C121EBA}"/>
          </ac:spMkLst>
        </pc:spChg>
        <pc:spChg chg="mod ord">
          <ac:chgData name="Gastbenutzer" userId="" providerId="Windows Live" clId="Web-{AA2D5216-3595-9884-118B-8471EA6EE934}" dt="2026-01-11T13:51:51.115" v="235"/>
          <ac:spMkLst>
            <pc:docMk/>
            <pc:sldMk cId="3580760417" sldId="281"/>
            <ac:spMk id="5" creationId="{8B1ADA1B-1BAD-B773-9A67-56C4244C6BE2}"/>
          </ac:spMkLst>
        </pc:spChg>
        <pc:picChg chg="mod">
          <ac:chgData name="Gastbenutzer" userId="" providerId="Windows Live" clId="Web-{AA2D5216-3595-9884-118B-8471EA6EE934}" dt="2026-01-11T13:51:51.115" v="235"/>
          <ac:picMkLst>
            <pc:docMk/>
            <pc:sldMk cId="3580760417" sldId="281"/>
            <ac:picMk id="6" creationId="{3A387EBC-BF47-F8A2-B117-2F0A3D97F98F}"/>
          </ac:picMkLst>
        </pc:picChg>
      </pc:sldChg>
      <pc:sldChg chg="modSp ord">
        <pc:chgData name="Gastbenutzer" userId="" providerId="Windows Live" clId="Web-{AA2D5216-3595-9884-118B-8471EA6EE934}" dt="2026-01-11T13:40:20.795" v="145"/>
        <pc:sldMkLst>
          <pc:docMk/>
          <pc:sldMk cId="4290269208" sldId="282"/>
        </pc:sldMkLst>
        <pc:spChg chg="mod">
          <ac:chgData name="Gastbenutzer" userId="" providerId="Windows Live" clId="Web-{AA2D5216-3595-9884-118B-8471EA6EE934}" dt="2026-01-11T12:17:30.863" v="28" actId="20577"/>
          <ac:spMkLst>
            <pc:docMk/>
            <pc:sldMk cId="4290269208" sldId="282"/>
            <ac:spMk id="2" creationId="{120FBE83-5B4B-B1B0-3CDE-95452DA7CE9E}"/>
          </ac:spMkLst>
        </pc:spChg>
      </pc:sldChg>
      <pc:sldChg chg="modSp new ord">
        <pc:chgData name="Gastbenutzer" userId="" providerId="Windows Live" clId="Web-{AA2D5216-3595-9884-118B-8471EA6EE934}" dt="2026-01-11T13:36:16.525" v="126" actId="20577"/>
        <pc:sldMkLst>
          <pc:docMk/>
          <pc:sldMk cId="3116457370" sldId="300"/>
        </pc:sldMkLst>
        <pc:spChg chg="mod">
          <ac:chgData name="Gastbenutzer" userId="" providerId="Windows Live" clId="Web-{AA2D5216-3595-9884-118B-8471EA6EE934}" dt="2026-01-11T13:34:49.680" v="50" actId="20577"/>
          <ac:spMkLst>
            <pc:docMk/>
            <pc:sldMk cId="3116457370" sldId="300"/>
            <ac:spMk id="2" creationId="{1535F6E5-2613-CB53-9D9E-ADFA428946B3}"/>
          </ac:spMkLst>
        </pc:spChg>
        <pc:spChg chg="mod">
          <ac:chgData name="Gastbenutzer" userId="" providerId="Windows Live" clId="Web-{AA2D5216-3595-9884-118B-8471EA6EE934}" dt="2026-01-11T13:36:16.525" v="126" actId="20577"/>
          <ac:spMkLst>
            <pc:docMk/>
            <pc:sldMk cId="3116457370" sldId="300"/>
            <ac:spMk id="3" creationId="{92DAA584-B3DF-1ED3-85D8-6069B6B6D27F}"/>
          </ac:spMkLst>
        </pc:spChg>
      </pc:sldChg>
      <pc:sldChg chg="modSp add replId">
        <pc:chgData name="Gastbenutzer" userId="" providerId="Windows Live" clId="Web-{AA2D5216-3595-9884-118B-8471EA6EE934}" dt="2026-01-11T13:50:30.020" v="232" actId="20577"/>
        <pc:sldMkLst>
          <pc:docMk/>
          <pc:sldMk cId="3246659613" sldId="312"/>
        </pc:sldMkLst>
        <pc:spChg chg="mod">
          <ac:chgData name="Gastbenutzer" userId="" providerId="Windows Live" clId="Web-{AA2D5216-3595-9884-118B-8471EA6EE934}" dt="2026-01-11T13:49:37.129" v="170" actId="20577"/>
          <ac:spMkLst>
            <pc:docMk/>
            <pc:sldMk cId="3246659613" sldId="312"/>
            <ac:spMk id="2" creationId="{EC8200FE-B82F-5F54-5541-091A7B2544A5}"/>
          </ac:spMkLst>
        </pc:spChg>
        <pc:spChg chg="mod">
          <ac:chgData name="Gastbenutzer" userId="" providerId="Windows Live" clId="Web-{AA2D5216-3595-9884-118B-8471EA6EE934}" dt="2026-01-11T13:49:31.222" v="163" actId="20577"/>
          <ac:spMkLst>
            <pc:docMk/>
            <pc:sldMk cId="3246659613" sldId="312"/>
            <ac:spMk id="3" creationId="{46922311-9662-103D-F118-F204D8569E20}"/>
          </ac:spMkLst>
        </pc:spChg>
        <pc:spChg chg="mod">
          <ac:chgData name="Gastbenutzer" userId="" providerId="Windows Live" clId="Web-{AA2D5216-3595-9884-118B-8471EA6EE934}" dt="2026-01-11T13:50:30.020" v="232" actId="20577"/>
          <ac:spMkLst>
            <pc:docMk/>
            <pc:sldMk cId="3246659613" sldId="312"/>
            <ac:spMk id="4" creationId="{1B815592-0333-2754-7FF8-1A7C53580ABB}"/>
          </ac:spMkLst>
        </pc:spChg>
      </pc:sldChg>
    </pc:docChg>
  </pc:docChgLst>
  <pc:docChgLst>
    <pc:chgData name="Linus Braun" userId="a5d23c20616040eb" providerId="Windows Live" clId="Web-{2D693379-F215-F359-5FF5-5EFA416B8A45}"/>
    <pc:docChg chg="addSld modSld sldOrd addSection delSection modSection">
      <pc:chgData name="Linus Braun" userId="a5d23c20616040eb" providerId="Windows Live" clId="Web-{2D693379-F215-F359-5FF5-5EFA416B8A45}" dt="2026-01-10T01:51:37.045" v="338" actId="20577"/>
      <pc:docMkLst>
        <pc:docMk/>
      </pc:docMkLst>
    </pc:docChg>
  </pc:docChgLst>
  <pc:docChgLst>
    <pc:chgData name="Gastbenutzer" providerId="Windows Live" clId="Web-{48EC5489-13C5-2DCB-0E12-64FF65D14DC1}"/>
    <pc:docChg chg="addSld modSld sldOrd modSection">
      <pc:chgData name="Gastbenutzer" userId="" providerId="Windows Live" clId="Web-{48EC5489-13C5-2DCB-0E12-64FF65D14DC1}" dt="2026-01-11T14:18:27.932" v="116" actId="20577"/>
      <pc:docMkLst>
        <pc:docMk/>
      </pc:docMkLst>
      <pc:sldChg chg="addSp modSp add ord">
        <pc:chgData name="Gastbenutzer" userId="" providerId="Windows Live" clId="Web-{48EC5489-13C5-2DCB-0E12-64FF65D14DC1}" dt="2026-01-11T14:10:31.598" v="60" actId="20577"/>
        <pc:sldMkLst>
          <pc:docMk/>
          <pc:sldMk cId="1625236769" sldId="258"/>
        </pc:sldMkLst>
        <pc:spChg chg="mod">
          <ac:chgData name="Gastbenutzer" userId="" providerId="Windows Live" clId="Web-{48EC5489-13C5-2DCB-0E12-64FF65D14DC1}" dt="2026-01-11T14:10:31.598" v="60" actId="20577"/>
          <ac:spMkLst>
            <pc:docMk/>
            <pc:sldMk cId="1625236769" sldId="258"/>
            <ac:spMk id="2" creationId="{E64D0E3C-DACA-89BC-7F29-A9854DE0C940}"/>
          </ac:spMkLst>
        </pc:spChg>
        <pc:spChg chg="mod">
          <ac:chgData name="Gastbenutzer" userId="" providerId="Windows Live" clId="Web-{48EC5489-13C5-2DCB-0E12-64FF65D14DC1}" dt="2026-01-11T14:10:00.034" v="54"/>
          <ac:spMkLst>
            <pc:docMk/>
            <pc:sldMk cId="1625236769" sldId="258"/>
            <ac:spMk id="3" creationId="{7A073A49-DE75-B1FE-6B04-C35118BFCCDA}"/>
          </ac:spMkLst>
        </pc:spChg>
        <pc:spChg chg="add">
          <ac:chgData name="Gastbenutzer" userId="" providerId="Windows Live" clId="Web-{48EC5489-13C5-2DCB-0E12-64FF65D14DC1}" dt="2026-01-11T14:10:00.034" v="54"/>
          <ac:spMkLst>
            <pc:docMk/>
            <pc:sldMk cId="1625236769" sldId="258"/>
            <ac:spMk id="10" creationId="{8A94871E-96FC-4ADE-815B-41A636E34F1A}"/>
          </ac:spMkLst>
        </pc:spChg>
        <pc:spChg chg="add">
          <ac:chgData name="Gastbenutzer" userId="" providerId="Windows Live" clId="Web-{48EC5489-13C5-2DCB-0E12-64FF65D14DC1}" dt="2026-01-11T14:10:00.034" v="54"/>
          <ac:spMkLst>
            <pc:docMk/>
            <pc:sldMk cId="1625236769" sldId="258"/>
            <ac:spMk id="12" creationId="{3FCFB1DE-0B7E-48CC-BA90-B2AB0889F9D6}"/>
          </ac:spMkLst>
        </pc:spChg>
        <pc:picChg chg="mod">
          <ac:chgData name="Gastbenutzer" userId="" providerId="Windows Live" clId="Web-{48EC5489-13C5-2DCB-0E12-64FF65D14DC1}" dt="2026-01-11T14:10:14.269" v="56" actId="1076"/>
          <ac:picMkLst>
            <pc:docMk/>
            <pc:sldMk cId="1625236769" sldId="258"/>
            <ac:picMk id="5" creationId="{090469F3-6594-D413-7FEF-C4E46873B254}"/>
          </ac:picMkLst>
        </pc:picChg>
      </pc:sldChg>
      <pc:sldChg chg="modSp">
        <pc:chgData name="Gastbenutzer" userId="" providerId="Windows Live" clId="Web-{48EC5489-13C5-2DCB-0E12-64FF65D14DC1}" dt="2026-01-11T14:07:31.525" v="50" actId="20577"/>
        <pc:sldMkLst>
          <pc:docMk/>
          <pc:sldMk cId="3492619676" sldId="264"/>
        </pc:sldMkLst>
        <pc:spChg chg="mod">
          <ac:chgData name="Gastbenutzer" userId="" providerId="Windows Live" clId="Web-{48EC5489-13C5-2DCB-0E12-64FF65D14DC1}" dt="2026-01-11T14:07:31.525" v="50" actId="20577"/>
          <ac:spMkLst>
            <pc:docMk/>
            <pc:sldMk cId="3492619676" sldId="264"/>
            <ac:spMk id="3" creationId="{7FCA3CBB-8E17-0FD9-772E-4C7B9C9BFE16}"/>
          </ac:spMkLst>
        </pc:spChg>
      </pc:sldChg>
      <pc:sldChg chg="modSp">
        <pc:chgData name="Gastbenutzer" userId="" providerId="Windows Live" clId="Web-{48EC5489-13C5-2DCB-0E12-64FF65D14DC1}" dt="2026-01-11T14:13:17.515" v="78" actId="20577"/>
        <pc:sldMkLst>
          <pc:docMk/>
          <pc:sldMk cId="3580760417" sldId="281"/>
        </pc:sldMkLst>
        <pc:spChg chg="mod">
          <ac:chgData name="Gastbenutzer" userId="" providerId="Windows Live" clId="Web-{48EC5489-13C5-2DCB-0E12-64FF65D14DC1}" dt="2026-01-11T14:13:17.515" v="78" actId="20577"/>
          <ac:spMkLst>
            <pc:docMk/>
            <pc:sldMk cId="3580760417" sldId="281"/>
            <ac:spMk id="2" creationId="{639A1B20-E845-B3C0-C5CD-C300A776DE35}"/>
          </ac:spMkLst>
        </pc:spChg>
      </pc:sldChg>
      <pc:sldChg chg="modSp ord">
        <pc:chgData name="Gastbenutzer" userId="" providerId="Windows Live" clId="Web-{48EC5489-13C5-2DCB-0E12-64FF65D14DC1}" dt="2026-01-11T14:12:27.028" v="72" actId="20577"/>
        <pc:sldMkLst>
          <pc:docMk/>
          <pc:sldMk cId="3116457370" sldId="300"/>
        </pc:sldMkLst>
        <pc:spChg chg="mod">
          <ac:chgData name="Gastbenutzer" userId="" providerId="Windows Live" clId="Web-{48EC5489-13C5-2DCB-0E12-64FF65D14DC1}" dt="2026-01-11T14:12:19.605" v="71" actId="20577"/>
          <ac:spMkLst>
            <pc:docMk/>
            <pc:sldMk cId="3116457370" sldId="300"/>
            <ac:spMk id="2" creationId="{1535F6E5-2613-CB53-9D9E-ADFA428946B3}"/>
          </ac:spMkLst>
        </pc:spChg>
        <pc:spChg chg="mod">
          <ac:chgData name="Gastbenutzer" userId="" providerId="Windows Live" clId="Web-{48EC5489-13C5-2DCB-0E12-64FF65D14DC1}" dt="2026-01-11T14:12:27.028" v="72" actId="20577"/>
          <ac:spMkLst>
            <pc:docMk/>
            <pc:sldMk cId="3116457370" sldId="300"/>
            <ac:spMk id="3" creationId="{92DAA584-B3DF-1ED3-85D8-6069B6B6D27F}"/>
          </ac:spMkLst>
        </pc:spChg>
      </pc:sldChg>
      <pc:sldChg chg="modSp">
        <pc:chgData name="Gastbenutzer" userId="" providerId="Windows Live" clId="Web-{48EC5489-13C5-2DCB-0E12-64FF65D14DC1}" dt="2026-01-11T14:18:27.932" v="116" actId="20577"/>
        <pc:sldMkLst>
          <pc:docMk/>
          <pc:sldMk cId="1338443796" sldId="301"/>
        </pc:sldMkLst>
        <pc:spChg chg="mod">
          <ac:chgData name="Gastbenutzer" userId="" providerId="Windows Live" clId="Web-{48EC5489-13C5-2DCB-0E12-64FF65D14DC1}" dt="2026-01-11T14:18:27.932" v="116" actId="20577"/>
          <ac:spMkLst>
            <pc:docMk/>
            <pc:sldMk cId="1338443796" sldId="301"/>
            <ac:spMk id="3" creationId="{CB363610-4CD8-1206-21DF-ABBABBF28C3C}"/>
          </ac:spMkLst>
        </pc:spChg>
      </pc:sldChg>
    </pc:docChg>
  </pc:docChgLst>
  <pc:docChgLst>
    <pc:chgData name="Gastbenutzer" providerId="Windows Live" clId="Web-{2C5A6F91-1A32-C89F-2C4F-BC3642339EAC}"/>
    <pc:docChg chg="addSld modSld modSection">
      <pc:chgData name="Gastbenutzer" userId="" providerId="Windows Live" clId="Web-{2C5A6F91-1A32-C89F-2C4F-BC3642339EAC}" dt="2026-01-10T05:46:55.738" v="190" actId="20577"/>
      <pc:docMkLst>
        <pc:docMk/>
      </pc:docMkLst>
      <pc:sldChg chg="modSp">
        <pc:chgData name="Gastbenutzer" userId="" providerId="Windows Live" clId="Web-{2C5A6F91-1A32-C89F-2C4F-BC3642339EAC}" dt="2026-01-10T05:35:04.603" v="60" actId="20577"/>
        <pc:sldMkLst>
          <pc:docMk/>
          <pc:sldMk cId="3492619676" sldId="264"/>
        </pc:sldMkLst>
        <pc:spChg chg="mod">
          <ac:chgData name="Gastbenutzer" userId="" providerId="Windows Live" clId="Web-{2C5A6F91-1A32-C89F-2C4F-BC3642339EAC}" dt="2026-01-10T05:34:13.884" v="31" actId="20577"/>
          <ac:spMkLst>
            <pc:docMk/>
            <pc:sldMk cId="3492619676" sldId="264"/>
            <ac:spMk id="2" creationId="{4C22BC85-068B-5573-7ED0-E1FCE2BBA6FB}"/>
          </ac:spMkLst>
        </pc:spChg>
        <pc:spChg chg="mod">
          <ac:chgData name="Gastbenutzer" userId="" providerId="Windows Live" clId="Web-{2C5A6F91-1A32-C89F-2C4F-BC3642339EAC}" dt="2026-01-10T05:35:04.603" v="60" actId="20577"/>
          <ac:spMkLst>
            <pc:docMk/>
            <pc:sldMk cId="3492619676" sldId="264"/>
            <ac:spMk id="3" creationId="{7FCA3CBB-8E17-0FD9-772E-4C7B9C9BFE16}"/>
          </ac:spMkLst>
        </pc:spChg>
      </pc:sldChg>
    </pc:docChg>
  </pc:docChgLst>
  <pc:docChgLst>
    <pc:chgData name="Gastbenutzer" providerId="Windows Live" clId="Web-{28A6888B-68EC-8B5A-2456-6631C91ADB6E}"/>
    <pc:docChg chg="delSld modSld sldOrd modSection">
      <pc:chgData name="Gastbenutzer" userId="" providerId="Windows Live" clId="Web-{28A6888B-68EC-8B5A-2456-6631C91ADB6E}" dt="2026-01-14T08:47:54.947" v="36"/>
      <pc:docMkLst>
        <pc:docMk/>
      </pc:docMkLst>
      <pc:sldChg chg="modSp">
        <pc:chgData name="Gastbenutzer" userId="" providerId="Windows Live" clId="Web-{28A6888B-68EC-8B5A-2456-6631C91ADB6E}" dt="2026-01-14T08:31:25.905" v="1"/>
        <pc:sldMkLst>
          <pc:docMk/>
          <pc:sldMk cId="428616275" sldId="259"/>
        </pc:sldMkLst>
        <pc:spChg chg="mod">
          <ac:chgData name="Gastbenutzer" userId="" providerId="Windows Live" clId="Web-{28A6888B-68EC-8B5A-2456-6631C91ADB6E}" dt="2026-01-14T08:31:25.905" v="1"/>
          <ac:spMkLst>
            <pc:docMk/>
            <pc:sldMk cId="428616275" sldId="259"/>
            <ac:spMk id="3" creationId="{122BEBF8-A51C-C432-15A9-A8097F80D6AE}"/>
          </ac:spMkLst>
        </pc:spChg>
      </pc:sldChg>
      <pc:sldChg chg="del">
        <pc:chgData name="Gastbenutzer" userId="" providerId="Windows Live" clId="Web-{28A6888B-68EC-8B5A-2456-6631C91ADB6E}" dt="2026-01-14T08:47:54.947" v="36"/>
        <pc:sldMkLst>
          <pc:docMk/>
          <pc:sldMk cId="1637824085" sldId="272"/>
        </pc:sldMkLst>
      </pc:sldChg>
      <pc:sldChg chg="ord">
        <pc:chgData name="Gastbenutzer" userId="" providerId="Windows Live" clId="Web-{28A6888B-68EC-8B5A-2456-6631C91ADB6E}" dt="2026-01-14T08:46:35.757" v="35"/>
        <pc:sldMkLst>
          <pc:docMk/>
          <pc:sldMk cId="1137188321" sldId="273"/>
        </pc:sldMkLst>
      </pc:sldChg>
      <pc:sldChg chg="modSp">
        <pc:chgData name="Gastbenutzer" userId="" providerId="Windows Live" clId="Web-{28A6888B-68EC-8B5A-2456-6631C91ADB6E}" dt="2026-01-14T08:41:48.478" v="34" actId="20577"/>
        <pc:sldMkLst>
          <pc:docMk/>
          <pc:sldMk cId="2925966743" sldId="274"/>
        </pc:sldMkLst>
        <pc:spChg chg="mod">
          <ac:chgData name="Gastbenutzer" userId="" providerId="Windows Live" clId="Web-{28A6888B-68EC-8B5A-2456-6631C91ADB6E}" dt="2026-01-14T08:41:48.478" v="34" actId="20577"/>
          <ac:spMkLst>
            <pc:docMk/>
            <pc:sldMk cId="2925966743" sldId="274"/>
            <ac:spMk id="2" creationId="{5D50D56C-1868-FD34-F4B4-CE86D6B0DF37}"/>
          </ac:spMkLst>
        </pc:spChg>
      </pc:sldChg>
      <pc:sldChg chg="modSp">
        <pc:chgData name="Gastbenutzer" userId="" providerId="Windows Live" clId="Web-{28A6888B-68EC-8B5A-2456-6631C91ADB6E}" dt="2026-01-14T08:41:38.868" v="30" actId="20577"/>
        <pc:sldMkLst>
          <pc:docMk/>
          <pc:sldMk cId="4290269208" sldId="282"/>
        </pc:sldMkLst>
        <pc:spChg chg="mod">
          <ac:chgData name="Gastbenutzer" userId="" providerId="Windows Live" clId="Web-{28A6888B-68EC-8B5A-2456-6631C91ADB6E}" dt="2026-01-14T08:41:38.868" v="30" actId="20577"/>
          <ac:spMkLst>
            <pc:docMk/>
            <pc:sldMk cId="4290269208" sldId="282"/>
            <ac:spMk id="2" creationId="{120FBE83-5B4B-B1B0-3CDE-95452DA7CE9E}"/>
          </ac:spMkLst>
        </pc:spChg>
      </pc:sldChg>
      <pc:sldChg chg="modSp">
        <pc:chgData name="Gastbenutzer" userId="" providerId="Windows Live" clId="Web-{28A6888B-68EC-8B5A-2456-6631C91ADB6E}" dt="2026-01-14T08:40:31.737" v="6" actId="20577"/>
        <pc:sldMkLst>
          <pc:docMk/>
          <pc:sldMk cId="2451269427" sldId="318"/>
        </pc:sldMkLst>
        <pc:spChg chg="mod">
          <ac:chgData name="Gastbenutzer" userId="" providerId="Windows Live" clId="Web-{28A6888B-68EC-8B5A-2456-6631C91ADB6E}" dt="2026-01-14T08:40:31.737" v="6" actId="20577"/>
          <ac:spMkLst>
            <pc:docMk/>
            <pc:sldMk cId="2451269427" sldId="318"/>
            <ac:spMk id="2" creationId="{16F1C4B7-5FC1-AF4B-E16A-F570BA58AA9E}"/>
          </ac:spMkLst>
        </pc:spChg>
      </pc:sldChg>
      <pc:sldChg chg="ord">
        <pc:chgData name="Gastbenutzer" userId="" providerId="Windows Live" clId="Web-{28A6888B-68EC-8B5A-2456-6631C91ADB6E}" dt="2026-01-14T08:39:58.187" v="2"/>
        <pc:sldMkLst>
          <pc:docMk/>
          <pc:sldMk cId="3689922288" sldId="321"/>
        </pc:sldMkLst>
      </pc:sldChg>
    </pc:docChg>
  </pc:docChgLst>
  <pc:docChgLst>
    <pc:chgData name="Linus Braun" userId="a5d23c20616040eb" providerId="Windows Live" clId="Web-{5AD7E8A4-5E09-5C95-4C0A-3DD63198EFF6}"/>
    <pc:docChg chg="addSld delSld modSld sldOrd modSection">
      <pc:chgData name="Linus Braun" userId="a5d23c20616040eb" providerId="Windows Live" clId="Web-{5AD7E8A4-5E09-5C95-4C0A-3DD63198EFF6}" dt="2026-01-09T22:54:18.276" v="213" actId="20577"/>
      <pc:docMkLst>
        <pc:docMk/>
      </pc:docMkLst>
    </pc:docChg>
  </pc:docChgLst>
  <pc:docChgLst>
    <pc:chgData name="Linus Braun" userId="a5d23c20616040eb" providerId="LiveId" clId="{89294896-6B68-42A9-A544-130D3E2D7691}"/>
    <pc:docChg chg="undo custSel delSld modSld modSection">
      <pc:chgData name="Linus Braun" userId="a5d23c20616040eb" providerId="LiveId" clId="{89294896-6B68-42A9-A544-130D3E2D7691}" dt="2026-01-14T08:49:10.793" v="578" actId="20577"/>
      <pc:docMkLst>
        <pc:docMk/>
      </pc:docMkLst>
      <pc:sldChg chg="modSp mod">
        <pc:chgData name="Linus Braun" userId="a5d23c20616040eb" providerId="LiveId" clId="{89294896-6B68-42A9-A544-130D3E2D7691}" dt="2026-01-13T08:56:42.416" v="540" actId="20577"/>
        <pc:sldMkLst>
          <pc:docMk/>
          <pc:sldMk cId="1625236769" sldId="258"/>
        </pc:sldMkLst>
        <pc:spChg chg="mod">
          <ac:chgData name="Linus Braun" userId="a5d23c20616040eb" providerId="LiveId" clId="{89294896-6B68-42A9-A544-130D3E2D7691}" dt="2026-01-13T08:56:42.416" v="540" actId="20577"/>
          <ac:spMkLst>
            <pc:docMk/>
            <pc:sldMk cId="1625236769" sldId="258"/>
            <ac:spMk id="2" creationId="{E64D0E3C-DACA-89BC-7F29-A9854DE0C940}"/>
          </ac:spMkLst>
        </pc:spChg>
      </pc:sldChg>
      <pc:sldChg chg="modSp mod">
        <pc:chgData name="Linus Braun" userId="a5d23c20616040eb" providerId="LiveId" clId="{89294896-6B68-42A9-A544-130D3E2D7691}" dt="2026-01-14T08:32:17.300" v="546" actId="1076"/>
        <pc:sldMkLst>
          <pc:docMk/>
          <pc:sldMk cId="2414079197" sldId="275"/>
        </pc:sldMkLst>
        <pc:spChg chg="mod">
          <ac:chgData name="Linus Braun" userId="a5d23c20616040eb" providerId="LiveId" clId="{89294896-6B68-42A9-A544-130D3E2D7691}" dt="2026-01-14T08:32:17.300" v="546" actId="1076"/>
          <ac:spMkLst>
            <pc:docMk/>
            <pc:sldMk cId="2414079197" sldId="275"/>
            <ac:spMk id="3" creationId="{BC7E84B4-F9EC-49C2-D191-C55CBC8C30A5}"/>
          </ac:spMkLst>
        </pc:spChg>
      </pc:sldChg>
      <pc:sldChg chg="modSp mod">
        <pc:chgData name="Linus Braun" userId="a5d23c20616040eb" providerId="LiveId" clId="{89294896-6B68-42A9-A544-130D3E2D7691}" dt="2026-01-14T08:31:59.228" v="543" actId="5793"/>
        <pc:sldMkLst>
          <pc:docMk/>
          <pc:sldMk cId="1001550339" sldId="277"/>
        </pc:sldMkLst>
        <pc:spChg chg="mod">
          <ac:chgData name="Linus Braun" userId="a5d23c20616040eb" providerId="LiveId" clId="{89294896-6B68-42A9-A544-130D3E2D7691}" dt="2026-01-14T08:31:59.228" v="543" actId="5793"/>
          <ac:spMkLst>
            <pc:docMk/>
            <pc:sldMk cId="1001550339" sldId="277"/>
            <ac:spMk id="3" creationId="{05787772-A202-3810-208C-89897D8EA0E0}"/>
          </ac:spMkLst>
        </pc:spChg>
      </pc:sldChg>
      <pc:sldChg chg="modSp mod">
        <pc:chgData name="Linus Braun" userId="a5d23c20616040eb" providerId="LiveId" clId="{89294896-6B68-42A9-A544-130D3E2D7691}" dt="2026-01-11T13:31:06.425" v="18" actId="20577"/>
        <pc:sldMkLst>
          <pc:docMk/>
          <pc:sldMk cId="3580760417" sldId="281"/>
        </pc:sldMkLst>
        <pc:spChg chg="mod">
          <ac:chgData name="Linus Braun" userId="a5d23c20616040eb" providerId="LiveId" clId="{89294896-6B68-42A9-A544-130D3E2D7691}" dt="2026-01-11T13:31:06.425" v="18" actId="20577"/>
          <ac:spMkLst>
            <pc:docMk/>
            <pc:sldMk cId="3580760417" sldId="281"/>
            <ac:spMk id="2" creationId="{639A1B20-E845-B3C0-C5CD-C300A776DE35}"/>
          </ac:spMkLst>
        </pc:spChg>
      </pc:sldChg>
      <pc:sldChg chg="modSp mod">
        <pc:chgData name="Linus Braun" userId="a5d23c20616040eb" providerId="LiveId" clId="{89294896-6B68-42A9-A544-130D3E2D7691}" dt="2026-01-11T14:04:44.096" v="198" actId="20577"/>
        <pc:sldMkLst>
          <pc:docMk/>
          <pc:sldMk cId="1258760871" sldId="304"/>
        </pc:sldMkLst>
        <pc:spChg chg="mod">
          <ac:chgData name="Linus Braun" userId="a5d23c20616040eb" providerId="LiveId" clId="{89294896-6B68-42A9-A544-130D3E2D7691}" dt="2026-01-11T13:36:05.939" v="71" actId="108"/>
          <ac:spMkLst>
            <pc:docMk/>
            <pc:sldMk cId="1258760871" sldId="304"/>
            <ac:spMk id="2" creationId="{9B303119-6F16-CC59-F23B-FC32117AB71D}"/>
          </ac:spMkLst>
        </pc:spChg>
        <pc:spChg chg="mod">
          <ac:chgData name="Linus Braun" userId="a5d23c20616040eb" providerId="LiveId" clId="{89294896-6B68-42A9-A544-130D3E2D7691}" dt="2026-01-11T14:04:44.096" v="198" actId="20577"/>
          <ac:spMkLst>
            <pc:docMk/>
            <pc:sldMk cId="1258760871" sldId="304"/>
            <ac:spMk id="3" creationId="{0B8A7E40-95C6-70C7-FE9E-D4316A86302D}"/>
          </ac:spMkLst>
        </pc:spChg>
      </pc:sldChg>
      <pc:sldChg chg="modSp mod">
        <pc:chgData name="Linus Braun" userId="a5d23c20616040eb" providerId="LiveId" clId="{89294896-6B68-42A9-A544-130D3E2D7691}" dt="2026-01-11T14:10:50.687" v="272" actId="20577"/>
        <pc:sldMkLst>
          <pc:docMk/>
          <pc:sldMk cId="1763247375" sldId="305"/>
        </pc:sldMkLst>
        <pc:spChg chg="mod">
          <ac:chgData name="Linus Braun" userId="a5d23c20616040eb" providerId="LiveId" clId="{89294896-6B68-42A9-A544-130D3E2D7691}" dt="2026-01-11T13:35:58.081" v="70" actId="108"/>
          <ac:spMkLst>
            <pc:docMk/>
            <pc:sldMk cId="1763247375" sldId="305"/>
            <ac:spMk id="2" creationId="{540CC404-658B-7C4F-893F-5B37A6C69CB5}"/>
          </ac:spMkLst>
        </pc:spChg>
        <pc:spChg chg="mod">
          <ac:chgData name="Linus Braun" userId="a5d23c20616040eb" providerId="LiveId" clId="{89294896-6B68-42A9-A544-130D3E2D7691}" dt="2026-01-11T14:10:50.687" v="272" actId="20577"/>
          <ac:spMkLst>
            <pc:docMk/>
            <pc:sldMk cId="1763247375" sldId="305"/>
            <ac:spMk id="3" creationId="{420CB6B3-3AB0-584C-FF91-E4A11C0CE44A}"/>
          </ac:spMkLst>
        </pc:spChg>
      </pc:sldChg>
      <pc:sldChg chg="modSp mod">
        <pc:chgData name="Linus Braun" userId="a5d23c20616040eb" providerId="LiveId" clId="{89294896-6B68-42A9-A544-130D3E2D7691}" dt="2026-01-11T14:24:41.178" v="334" actId="15"/>
        <pc:sldMkLst>
          <pc:docMk/>
          <pc:sldMk cId="927774359" sldId="314"/>
        </pc:sldMkLst>
        <pc:spChg chg="mod">
          <ac:chgData name="Linus Braun" userId="a5d23c20616040eb" providerId="LiveId" clId="{89294896-6B68-42A9-A544-130D3E2D7691}" dt="2026-01-11T13:37:56.525" v="82" actId="108"/>
          <ac:spMkLst>
            <pc:docMk/>
            <pc:sldMk cId="927774359" sldId="314"/>
            <ac:spMk id="2" creationId="{A745BD9F-CED1-1D8E-2662-443B70354051}"/>
          </ac:spMkLst>
        </pc:spChg>
        <pc:spChg chg="mod">
          <ac:chgData name="Linus Braun" userId="a5d23c20616040eb" providerId="LiveId" clId="{89294896-6B68-42A9-A544-130D3E2D7691}" dt="2026-01-11T14:24:41.178" v="334" actId="15"/>
          <ac:spMkLst>
            <pc:docMk/>
            <pc:sldMk cId="927774359" sldId="314"/>
            <ac:spMk id="3" creationId="{DC220311-5CE5-AD7D-D549-FE41D8DC7CB5}"/>
          </ac:spMkLst>
        </pc:spChg>
      </pc:sldChg>
      <pc:sldChg chg="modSp mod">
        <pc:chgData name="Linus Braun" userId="a5d23c20616040eb" providerId="LiveId" clId="{89294896-6B68-42A9-A544-130D3E2D7691}" dt="2026-01-11T14:24:22.560" v="328" actId="108"/>
        <pc:sldMkLst>
          <pc:docMk/>
          <pc:sldMk cId="3042725466" sldId="315"/>
        </pc:sldMkLst>
        <pc:spChg chg="mod">
          <ac:chgData name="Linus Braun" userId="a5d23c20616040eb" providerId="LiveId" clId="{89294896-6B68-42A9-A544-130D3E2D7691}" dt="2026-01-11T13:37:53.627" v="81" actId="108"/>
          <ac:spMkLst>
            <pc:docMk/>
            <pc:sldMk cId="3042725466" sldId="315"/>
            <ac:spMk id="2" creationId="{DC1A4DB0-37C0-0F96-AF48-CD66B3646E96}"/>
          </ac:spMkLst>
        </pc:spChg>
        <pc:spChg chg="mod">
          <ac:chgData name="Linus Braun" userId="a5d23c20616040eb" providerId="LiveId" clId="{89294896-6B68-42A9-A544-130D3E2D7691}" dt="2026-01-11T14:24:22.560" v="328" actId="108"/>
          <ac:spMkLst>
            <pc:docMk/>
            <pc:sldMk cId="3042725466" sldId="315"/>
            <ac:spMk id="3" creationId="{B86FBE85-DB14-5971-C282-74F568AB19AF}"/>
          </ac:spMkLst>
        </pc:spChg>
      </pc:sldChg>
      <pc:sldChg chg="modSp mod">
        <pc:chgData name="Linus Braun" userId="a5d23c20616040eb" providerId="LiveId" clId="{89294896-6B68-42A9-A544-130D3E2D7691}" dt="2026-01-11T14:11:10.598" v="274" actId="1076"/>
        <pc:sldMkLst>
          <pc:docMk/>
          <pc:sldMk cId="3742654448" sldId="316"/>
        </pc:sldMkLst>
        <pc:spChg chg="mod">
          <ac:chgData name="Linus Braun" userId="a5d23c20616040eb" providerId="LiveId" clId="{89294896-6B68-42A9-A544-130D3E2D7691}" dt="2026-01-11T13:37:50.554" v="80" actId="108"/>
          <ac:spMkLst>
            <pc:docMk/>
            <pc:sldMk cId="3742654448" sldId="316"/>
            <ac:spMk id="2" creationId="{C4567219-5AB0-AA17-AE06-D5F5DAE5A034}"/>
          </ac:spMkLst>
        </pc:spChg>
        <pc:spChg chg="mod">
          <ac:chgData name="Linus Braun" userId="a5d23c20616040eb" providerId="LiveId" clId="{89294896-6B68-42A9-A544-130D3E2D7691}" dt="2026-01-11T14:11:10.598" v="274" actId="1076"/>
          <ac:spMkLst>
            <pc:docMk/>
            <pc:sldMk cId="3742654448" sldId="316"/>
            <ac:spMk id="3" creationId="{8BE4C602-EE82-9014-FEAF-1AEC017944C3}"/>
          </ac:spMkLst>
        </pc:spChg>
      </pc:sldChg>
      <pc:sldChg chg="modSp mod">
        <pc:chgData name="Linus Braun" userId="a5d23c20616040eb" providerId="LiveId" clId="{89294896-6B68-42A9-A544-130D3E2D7691}" dt="2026-01-14T08:49:10.793" v="578" actId="20577"/>
        <pc:sldMkLst>
          <pc:docMk/>
          <pc:sldMk cId="2305385398" sldId="317"/>
        </pc:sldMkLst>
        <pc:spChg chg="mod">
          <ac:chgData name="Linus Braun" userId="a5d23c20616040eb" providerId="LiveId" clId="{89294896-6B68-42A9-A544-130D3E2D7691}" dt="2026-01-11T13:37:25.369" v="78" actId="108"/>
          <ac:spMkLst>
            <pc:docMk/>
            <pc:sldMk cId="2305385398" sldId="317"/>
            <ac:spMk id="2" creationId="{2EF629D6-077A-DDF3-90A7-2DE69ED241FE}"/>
          </ac:spMkLst>
        </pc:spChg>
        <pc:spChg chg="mod">
          <ac:chgData name="Linus Braun" userId="a5d23c20616040eb" providerId="LiveId" clId="{89294896-6B68-42A9-A544-130D3E2D7691}" dt="2026-01-14T08:49:10.793" v="578" actId="20577"/>
          <ac:spMkLst>
            <pc:docMk/>
            <pc:sldMk cId="2305385398" sldId="317"/>
            <ac:spMk id="3" creationId="{FFE62E46-B5E2-A38E-6AE1-19B1DCC54969}"/>
          </ac:spMkLst>
        </pc:spChg>
      </pc:sldChg>
      <pc:sldChg chg="modSp mod">
        <pc:chgData name="Linus Braun" userId="a5d23c20616040eb" providerId="LiveId" clId="{89294896-6B68-42A9-A544-130D3E2D7691}" dt="2026-01-13T08:48:21.170" v="539" actId="15"/>
        <pc:sldMkLst>
          <pc:docMk/>
          <pc:sldMk cId="2451269427" sldId="318"/>
        </pc:sldMkLst>
        <pc:spChg chg="mod">
          <ac:chgData name="Linus Braun" userId="a5d23c20616040eb" providerId="LiveId" clId="{89294896-6B68-42A9-A544-130D3E2D7691}" dt="2026-01-11T13:38:22.075" v="94" actId="108"/>
          <ac:spMkLst>
            <pc:docMk/>
            <pc:sldMk cId="2451269427" sldId="318"/>
            <ac:spMk id="2" creationId="{16F1C4B7-5FC1-AF4B-E16A-F570BA58AA9E}"/>
          </ac:spMkLst>
        </pc:spChg>
        <pc:spChg chg="mod">
          <ac:chgData name="Linus Braun" userId="a5d23c20616040eb" providerId="LiveId" clId="{89294896-6B68-42A9-A544-130D3E2D7691}" dt="2026-01-13T08:48:21.170" v="539" actId="15"/>
          <ac:spMkLst>
            <pc:docMk/>
            <pc:sldMk cId="2451269427" sldId="318"/>
            <ac:spMk id="3" creationId="{2BC452C7-DA26-63D0-0C23-26716A484A6C}"/>
          </ac:spMkLst>
        </pc:spChg>
      </pc:sldChg>
      <pc:sldChg chg="addSp delSp modSp mod">
        <pc:chgData name="Linus Braun" userId="a5d23c20616040eb" providerId="LiveId" clId="{89294896-6B68-42A9-A544-130D3E2D7691}" dt="2026-01-11T13:52:49.412" v="141" actId="20577"/>
        <pc:sldMkLst>
          <pc:docMk/>
          <pc:sldMk cId="1364551062" sldId="319"/>
        </pc:sldMkLst>
        <pc:spChg chg="mod">
          <ac:chgData name="Linus Braun" userId="a5d23c20616040eb" providerId="LiveId" clId="{89294896-6B68-42A9-A544-130D3E2D7691}" dt="2026-01-11T13:33:52.724" v="35"/>
          <ac:spMkLst>
            <pc:docMk/>
            <pc:sldMk cId="1364551062" sldId="319"/>
            <ac:spMk id="2" creationId="{7DB3B32F-3627-05F1-7AEA-69BFF2010A0A}"/>
          </ac:spMkLst>
        </pc:spChg>
        <pc:spChg chg="mod">
          <ac:chgData name="Linus Braun" userId="a5d23c20616040eb" providerId="LiveId" clId="{89294896-6B68-42A9-A544-130D3E2D7691}" dt="2026-01-11T13:52:49.412" v="141" actId="20577"/>
          <ac:spMkLst>
            <pc:docMk/>
            <pc:sldMk cId="1364551062" sldId="319"/>
            <ac:spMk id="3" creationId="{E37C66F9-B64F-8A5E-A139-9224B4E1F54D}"/>
          </ac:spMkLst>
        </pc:spChg>
      </pc:sldChg>
      <pc:sldChg chg="modSp mod">
        <pc:chgData name="Linus Braun" userId="a5d23c20616040eb" providerId="LiveId" clId="{89294896-6B68-42A9-A544-130D3E2D7691}" dt="2026-01-13T08:59:46.859" v="541" actId="20577"/>
        <pc:sldMkLst>
          <pc:docMk/>
          <pc:sldMk cId="2070399087" sldId="323"/>
        </pc:sldMkLst>
        <pc:spChg chg="mod">
          <ac:chgData name="Linus Braun" userId="a5d23c20616040eb" providerId="LiveId" clId="{89294896-6B68-42A9-A544-130D3E2D7691}" dt="2026-01-13T08:59:46.859" v="541" actId="20577"/>
          <ac:spMkLst>
            <pc:docMk/>
            <pc:sldMk cId="2070399087" sldId="323"/>
            <ac:spMk id="2" creationId="{5F943495-AEC3-D1E1-0484-509EC6F6C7AA}"/>
          </ac:spMkLst>
        </pc:spChg>
      </pc:sldChg>
    </pc:docChg>
  </pc:docChgLst>
  <pc:docChgLst>
    <pc:chgData name="Linus Braun" userId="a5d23c20616040eb" providerId="Windows Live" clId="Web-{7187E13D-1A3C-95F0-1A66-4979E4CFD661}"/>
    <pc:docChg chg="addSld delSld modSld sldOrd addSection delSection modSection">
      <pc:chgData name="Linus Braun" userId="a5d23c20616040eb" providerId="Windows Live" clId="Web-{7187E13D-1A3C-95F0-1A66-4979E4CFD661}" dt="2026-01-11T14:25:02.397" v="278" actId="20577"/>
      <pc:docMkLst>
        <pc:docMk/>
      </pc:docMkLst>
      <pc:sldChg chg="modSp ord">
        <pc:chgData name="Linus Braun" userId="a5d23c20616040eb" providerId="Windows Live" clId="Web-{7187E13D-1A3C-95F0-1A66-4979E4CFD661}" dt="2026-01-11T14:09:17.749" v="164"/>
        <pc:sldMkLst>
          <pc:docMk/>
          <pc:sldMk cId="1625236769" sldId="258"/>
        </pc:sldMkLst>
        <pc:spChg chg="mod">
          <ac:chgData name="Linus Braun" userId="a5d23c20616040eb" providerId="Windows Live" clId="Web-{7187E13D-1A3C-95F0-1A66-4979E4CFD661}" dt="2026-01-11T13:49:28.637" v="64" actId="20577"/>
          <ac:spMkLst>
            <pc:docMk/>
            <pc:sldMk cId="1625236769" sldId="258"/>
            <ac:spMk id="2" creationId="{E64D0E3C-DACA-89BC-7F29-A9854DE0C940}"/>
          </ac:spMkLst>
        </pc:spChg>
      </pc:sldChg>
      <pc:sldChg chg="modSp ord">
        <pc:chgData name="Linus Braun" userId="a5d23c20616040eb" providerId="Windows Live" clId="Web-{7187E13D-1A3C-95F0-1A66-4979E4CFD661}" dt="2026-01-11T14:16:37.406" v="224" actId="20577"/>
        <pc:sldMkLst>
          <pc:docMk/>
          <pc:sldMk cId="3492619676" sldId="264"/>
        </pc:sldMkLst>
        <pc:spChg chg="mod">
          <ac:chgData name="Linus Braun" userId="a5d23c20616040eb" providerId="Windows Live" clId="Web-{7187E13D-1A3C-95F0-1A66-4979E4CFD661}" dt="2026-01-11T14:16:37.406" v="224" actId="20577"/>
          <ac:spMkLst>
            <pc:docMk/>
            <pc:sldMk cId="3492619676" sldId="264"/>
            <ac:spMk id="2" creationId="{4C22BC85-068B-5573-7ED0-E1FCE2BBA6FB}"/>
          </ac:spMkLst>
        </pc:spChg>
      </pc:sldChg>
      <pc:sldChg chg="ord">
        <pc:chgData name="Linus Braun" userId="a5d23c20616040eb" providerId="Windows Live" clId="Web-{7187E13D-1A3C-95F0-1A66-4979E4CFD661}" dt="2026-01-11T14:10:03.001" v="175"/>
        <pc:sldMkLst>
          <pc:docMk/>
          <pc:sldMk cId="2303466740" sldId="276"/>
        </pc:sldMkLst>
      </pc:sldChg>
      <pc:sldChg chg="modSp">
        <pc:chgData name="Linus Braun" userId="a5d23c20616040eb" providerId="Windows Live" clId="Web-{7187E13D-1A3C-95F0-1A66-4979E4CFD661}" dt="2026-01-11T14:25:02.397" v="278" actId="20577"/>
        <pc:sldMkLst>
          <pc:docMk/>
          <pc:sldMk cId="3580760417" sldId="281"/>
        </pc:sldMkLst>
        <pc:spChg chg="mod">
          <ac:chgData name="Linus Braun" userId="a5d23c20616040eb" providerId="Windows Live" clId="Web-{7187E13D-1A3C-95F0-1A66-4979E4CFD661}" dt="2026-01-11T14:25:02.397" v="278" actId="20577"/>
          <ac:spMkLst>
            <pc:docMk/>
            <pc:sldMk cId="3580760417" sldId="281"/>
            <ac:spMk id="2" creationId="{639A1B20-E845-B3C0-C5CD-C300A776DE35}"/>
          </ac:spMkLst>
        </pc:spChg>
      </pc:sldChg>
      <pc:sldChg chg="ord">
        <pc:chgData name="Linus Braun" userId="a5d23c20616040eb" providerId="Windows Live" clId="Web-{7187E13D-1A3C-95F0-1A66-4979E4CFD661}" dt="2026-01-11T14:10:13.361" v="176"/>
        <pc:sldMkLst>
          <pc:docMk/>
          <pc:sldMk cId="3116457370" sldId="300"/>
        </pc:sldMkLst>
      </pc:sldChg>
      <pc:sldChg chg="modSp">
        <pc:chgData name="Linus Braun" userId="a5d23c20616040eb" providerId="Windows Live" clId="Web-{7187E13D-1A3C-95F0-1A66-4979E4CFD661}" dt="2026-01-11T13:41:24.659" v="23" actId="20577"/>
        <pc:sldMkLst>
          <pc:docMk/>
          <pc:sldMk cId="1338443796" sldId="301"/>
        </pc:sldMkLst>
        <pc:spChg chg="mod">
          <ac:chgData name="Linus Braun" userId="a5d23c20616040eb" providerId="Windows Live" clId="Web-{7187E13D-1A3C-95F0-1A66-4979E4CFD661}" dt="2026-01-11T13:41:24.659" v="23" actId="20577"/>
          <ac:spMkLst>
            <pc:docMk/>
            <pc:sldMk cId="1338443796" sldId="301"/>
            <ac:spMk id="3" creationId="{CB363610-4CD8-1206-21DF-ABBABBF28C3C}"/>
          </ac:spMkLst>
        </pc:spChg>
      </pc:sldChg>
      <pc:sldChg chg="modSp ord">
        <pc:chgData name="Linus Braun" userId="a5d23c20616040eb" providerId="Windows Live" clId="Web-{7187E13D-1A3C-95F0-1A66-4979E4CFD661}" dt="2026-01-11T14:09:58.517" v="174"/>
        <pc:sldMkLst>
          <pc:docMk/>
          <pc:sldMk cId="955406785" sldId="302"/>
        </pc:sldMkLst>
        <pc:spChg chg="mod">
          <ac:chgData name="Linus Braun" userId="a5d23c20616040eb" providerId="Windows Live" clId="Web-{7187E13D-1A3C-95F0-1A66-4979E4CFD661}" dt="2026-01-11T14:01:10.694" v="114" actId="20577"/>
          <ac:spMkLst>
            <pc:docMk/>
            <pc:sldMk cId="955406785" sldId="302"/>
            <ac:spMk id="3" creationId="{2F0F37DD-F8AE-E544-243B-D6059A3E18B2}"/>
          </ac:spMkLst>
        </pc:spChg>
      </pc:sldChg>
      <pc:sldChg chg="modSp add replId">
        <pc:chgData name="Linus Braun" userId="a5d23c20616040eb" providerId="Windows Live" clId="Web-{7187E13D-1A3C-95F0-1A66-4979E4CFD661}" dt="2026-01-11T14:16:04.135" v="219" actId="20577"/>
        <pc:sldMkLst>
          <pc:docMk/>
          <pc:sldMk cId="1258760871" sldId="304"/>
        </pc:sldMkLst>
        <pc:spChg chg="mod">
          <ac:chgData name="Linus Braun" userId="a5d23c20616040eb" providerId="Windows Live" clId="Web-{7187E13D-1A3C-95F0-1A66-4979E4CFD661}" dt="2026-01-11T14:16:04.135" v="219" actId="20577"/>
          <ac:spMkLst>
            <pc:docMk/>
            <pc:sldMk cId="1258760871" sldId="304"/>
            <ac:spMk id="2" creationId="{9B303119-6F16-CC59-F23B-FC32117AB71D}"/>
          </ac:spMkLst>
        </pc:spChg>
      </pc:sldChg>
      <pc:sldChg chg="modSp add replId">
        <pc:chgData name="Linus Braun" userId="a5d23c20616040eb" providerId="Windows Live" clId="Web-{7187E13D-1A3C-95F0-1A66-4979E4CFD661}" dt="2026-01-11T14:15:35.822" v="214" actId="20577"/>
        <pc:sldMkLst>
          <pc:docMk/>
          <pc:sldMk cId="1763247375" sldId="305"/>
        </pc:sldMkLst>
        <pc:spChg chg="mod">
          <ac:chgData name="Linus Braun" userId="a5d23c20616040eb" providerId="Windows Live" clId="Web-{7187E13D-1A3C-95F0-1A66-4979E4CFD661}" dt="2026-01-11T14:15:35.822" v="214" actId="20577"/>
          <ac:spMkLst>
            <pc:docMk/>
            <pc:sldMk cId="1763247375" sldId="305"/>
            <ac:spMk id="2" creationId="{540CC404-658B-7C4F-893F-5B37A6C69CB5}"/>
          </ac:spMkLst>
        </pc:spChg>
      </pc:sldChg>
      <pc:sldChg chg="modSp add replId">
        <pc:chgData name="Linus Braun" userId="a5d23c20616040eb" providerId="Windows Live" clId="Web-{7187E13D-1A3C-95F0-1A66-4979E4CFD661}" dt="2026-01-11T14:21:54.433" v="263" actId="20577"/>
        <pc:sldMkLst>
          <pc:docMk/>
          <pc:sldMk cId="927774359" sldId="314"/>
        </pc:sldMkLst>
        <pc:spChg chg="mod">
          <ac:chgData name="Linus Braun" userId="a5d23c20616040eb" providerId="Windows Live" clId="Web-{7187E13D-1A3C-95F0-1A66-4979E4CFD661}" dt="2026-01-11T14:21:54.433" v="263" actId="20577"/>
          <ac:spMkLst>
            <pc:docMk/>
            <pc:sldMk cId="927774359" sldId="314"/>
            <ac:spMk id="2" creationId="{A745BD9F-CED1-1D8E-2662-443B70354051}"/>
          </ac:spMkLst>
        </pc:spChg>
      </pc:sldChg>
      <pc:sldChg chg="modSp add replId">
        <pc:chgData name="Linus Braun" userId="a5d23c20616040eb" providerId="Windows Live" clId="Web-{7187E13D-1A3C-95F0-1A66-4979E4CFD661}" dt="2026-01-11T14:21:31.837" v="260" actId="20577"/>
        <pc:sldMkLst>
          <pc:docMk/>
          <pc:sldMk cId="3042725466" sldId="315"/>
        </pc:sldMkLst>
        <pc:spChg chg="mod">
          <ac:chgData name="Linus Braun" userId="a5d23c20616040eb" providerId="Windows Live" clId="Web-{7187E13D-1A3C-95F0-1A66-4979E4CFD661}" dt="2026-01-11T14:21:31.837" v="260" actId="20577"/>
          <ac:spMkLst>
            <pc:docMk/>
            <pc:sldMk cId="3042725466" sldId="315"/>
            <ac:spMk id="2" creationId="{DC1A4DB0-37C0-0F96-AF48-CD66B3646E96}"/>
          </ac:spMkLst>
        </pc:spChg>
      </pc:sldChg>
      <pc:sldChg chg="modSp add replId">
        <pc:chgData name="Linus Braun" userId="a5d23c20616040eb" providerId="Windows Live" clId="Web-{7187E13D-1A3C-95F0-1A66-4979E4CFD661}" dt="2026-01-11T14:21:10.976" v="257" actId="20577"/>
        <pc:sldMkLst>
          <pc:docMk/>
          <pc:sldMk cId="3742654448" sldId="316"/>
        </pc:sldMkLst>
        <pc:spChg chg="mod">
          <ac:chgData name="Linus Braun" userId="a5d23c20616040eb" providerId="Windows Live" clId="Web-{7187E13D-1A3C-95F0-1A66-4979E4CFD661}" dt="2026-01-11T14:21:10.976" v="257" actId="20577"/>
          <ac:spMkLst>
            <pc:docMk/>
            <pc:sldMk cId="3742654448" sldId="316"/>
            <ac:spMk id="2" creationId="{C4567219-5AB0-AA17-AE06-D5F5DAE5A034}"/>
          </ac:spMkLst>
        </pc:spChg>
      </pc:sldChg>
      <pc:sldChg chg="modSp add replId">
        <pc:chgData name="Linus Braun" userId="a5d23c20616040eb" providerId="Windows Live" clId="Web-{7187E13D-1A3C-95F0-1A66-4979E4CFD661}" dt="2026-01-11T14:22:47.640" v="270" actId="20577"/>
        <pc:sldMkLst>
          <pc:docMk/>
          <pc:sldMk cId="2305385398" sldId="317"/>
        </pc:sldMkLst>
        <pc:spChg chg="mod">
          <ac:chgData name="Linus Braun" userId="a5d23c20616040eb" providerId="Windows Live" clId="Web-{7187E13D-1A3C-95F0-1A66-4979E4CFD661}" dt="2026-01-11T14:22:47.640" v="270" actId="20577"/>
          <ac:spMkLst>
            <pc:docMk/>
            <pc:sldMk cId="2305385398" sldId="317"/>
            <ac:spMk id="2" creationId="{2EF629D6-077A-DDF3-90A7-2DE69ED241FE}"/>
          </ac:spMkLst>
        </pc:spChg>
      </pc:sldChg>
      <pc:sldChg chg="modSp add replId">
        <pc:chgData name="Linus Braun" userId="a5d23c20616040eb" providerId="Windows Live" clId="Web-{7187E13D-1A3C-95F0-1A66-4979E4CFD661}" dt="2026-01-11T14:22:58.750" v="272" actId="20577"/>
        <pc:sldMkLst>
          <pc:docMk/>
          <pc:sldMk cId="2451269427" sldId="318"/>
        </pc:sldMkLst>
        <pc:spChg chg="mod">
          <ac:chgData name="Linus Braun" userId="a5d23c20616040eb" providerId="Windows Live" clId="Web-{7187E13D-1A3C-95F0-1A66-4979E4CFD661}" dt="2026-01-11T14:22:58.750" v="272" actId="20577"/>
          <ac:spMkLst>
            <pc:docMk/>
            <pc:sldMk cId="2451269427" sldId="318"/>
            <ac:spMk id="2" creationId="{16F1C4B7-5FC1-AF4B-E16A-F570BA58AA9E}"/>
          </ac:spMkLst>
        </pc:spChg>
      </pc:sldChg>
      <pc:sldChg chg="modSp new">
        <pc:chgData name="Linus Braun" userId="a5d23c20616040eb" providerId="Windows Live" clId="Web-{7187E13D-1A3C-95F0-1A66-4979E4CFD661}" dt="2026-01-11T14:18:24.144" v="254" actId="20577"/>
        <pc:sldMkLst>
          <pc:docMk/>
          <pc:sldMk cId="1364551062" sldId="319"/>
        </pc:sldMkLst>
        <pc:spChg chg="mod">
          <ac:chgData name="Linus Braun" userId="a5d23c20616040eb" providerId="Windows Live" clId="Web-{7187E13D-1A3C-95F0-1A66-4979E4CFD661}" dt="2026-01-11T14:13:24.772" v="188" actId="20577"/>
          <ac:spMkLst>
            <pc:docMk/>
            <pc:sldMk cId="1364551062" sldId="319"/>
            <ac:spMk id="2" creationId="{7DB3B32F-3627-05F1-7AEA-69BFF2010A0A}"/>
          </ac:spMkLst>
        </pc:spChg>
        <pc:spChg chg="mod">
          <ac:chgData name="Linus Braun" userId="a5d23c20616040eb" providerId="Windows Live" clId="Web-{7187E13D-1A3C-95F0-1A66-4979E4CFD661}" dt="2026-01-11T14:18:24.144" v="254" actId="20577"/>
          <ac:spMkLst>
            <pc:docMk/>
            <pc:sldMk cId="1364551062" sldId="319"/>
            <ac:spMk id="3" creationId="{E37C66F9-B64F-8A5E-A139-9224B4E1F54D}"/>
          </ac:spMkLst>
        </pc:spChg>
      </pc:sldChg>
    </pc:docChg>
  </pc:docChgLst>
  <pc:docChgLst>
    <pc:chgData name="Gastbenutzer" providerId="Windows Live" clId="Web-{7A753228-AB31-A2DD-95AE-CFE09594B890}"/>
    <pc:docChg chg="modSld sldOrd">
      <pc:chgData name="Gastbenutzer" userId="" providerId="Windows Live" clId="Web-{7A753228-AB31-A2DD-95AE-CFE09594B890}" dt="2026-01-14T08:49:01.570" v="55" actId="20577"/>
      <pc:docMkLst>
        <pc:docMk/>
      </pc:docMkLst>
      <pc:sldChg chg="modSp">
        <pc:chgData name="Gastbenutzer" userId="" providerId="Windows Live" clId="Web-{7A753228-AB31-A2DD-95AE-CFE09594B890}" dt="2026-01-14T08:31:32.960" v="8" actId="20577"/>
        <pc:sldMkLst>
          <pc:docMk/>
          <pc:sldMk cId="428616275" sldId="259"/>
        </pc:sldMkLst>
        <pc:spChg chg="mod">
          <ac:chgData name="Gastbenutzer" userId="" providerId="Windows Live" clId="Web-{7A753228-AB31-A2DD-95AE-CFE09594B890}" dt="2026-01-14T08:31:32.960" v="8" actId="20577"/>
          <ac:spMkLst>
            <pc:docMk/>
            <pc:sldMk cId="428616275" sldId="259"/>
            <ac:spMk id="3" creationId="{122BEBF8-A51C-C432-15A9-A8097F80D6AE}"/>
          </ac:spMkLst>
        </pc:spChg>
      </pc:sldChg>
      <pc:sldChg chg="modSp">
        <pc:chgData name="Gastbenutzer" userId="" providerId="Windows Live" clId="Web-{7A753228-AB31-A2DD-95AE-CFE09594B890}" dt="2026-01-14T08:31:41.710" v="10" actId="20577"/>
        <pc:sldMkLst>
          <pc:docMk/>
          <pc:sldMk cId="2414079197" sldId="275"/>
        </pc:sldMkLst>
        <pc:spChg chg="mod">
          <ac:chgData name="Gastbenutzer" userId="" providerId="Windows Live" clId="Web-{7A753228-AB31-A2DD-95AE-CFE09594B890}" dt="2026-01-14T08:31:41.710" v="10" actId="20577"/>
          <ac:spMkLst>
            <pc:docMk/>
            <pc:sldMk cId="2414079197" sldId="275"/>
            <ac:spMk id="3" creationId="{BC7E84B4-F9EC-49C2-D191-C55CBC8C30A5}"/>
          </ac:spMkLst>
        </pc:spChg>
      </pc:sldChg>
      <pc:sldChg chg="modSp">
        <pc:chgData name="Gastbenutzer" userId="" providerId="Windows Live" clId="Web-{7A753228-AB31-A2DD-95AE-CFE09594B890}" dt="2026-01-14T08:32:11.429" v="16" actId="20577"/>
        <pc:sldMkLst>
          <pc:docMk/>
          <pc:sldMk cId="2303466740" sldId="276"/>
        </pc:sldMkLst>
        <pc:spChg chg="mod">
          <ac:chgData name="Gastbenutzer" userId="" providerId="Windows Live" clId="Web-{7A753228-AB31-A2DD-95AE-CFE09594B890}" dt="2026-01-14T08:32:11.429" v="16" actId="20577"/>
          <ac:spMkLst>
            <pc:docMk/>
            <pc:sldMk cId="2303466740" sldId="276"/>
            <ac:spMk id="3" creationId="{CB4206FD-F00A-A464-DFBD-D0C0FEF454A2}"/>
          </ac:spMkLst>
        </pc:spChg>
      </pc:sldChg>
      <pc:sldChg chg="modSp">
        <pc:chgData name="Gastbenutzer" userId="" providerId="Windows Live" clId="Web-{7A753228-AB31-A2DD-95AE-CFE09594B890}" dt="2026-01-14T08:31:50.663" v="12" actId="20577"/>
        <pc:sldMkLst>
          <pc:docMk/>
          <pc:sldMk cId="1001550339" sldId="277"/>
        </pc:sldMkLst>
        <pc:spChg chg="mod">
          <ac:chgData name="Gastbenutzer" userId="" providerId="Windows Live" clId="Web-{7A753228-AB31-A2DD-95AE-CFE09594B890}" dt="2026-01-14T08:31:50.663" v="12" actId="20577"/>
          <ac:spMkLst>
            <pc:docMk/>
            <pc:sldMk cId="1001550339" sldId="277"/>
            <ac:spMk id="3" creationId="{05787772-A202-3810-208C-89897D8EA0E0}"/>
          </ac:spMkLst>
        </pc:spChg>
      </pc:sldChg>
      <pc:sldChg chg="modSp">
        <pc:chgData name="Gastbenutzer" userId="" providerId="Windows Live" clId="Web-{7A753228-AB31-A2DD-95AE-CFE09594B890}" dt="2026-01-14T08:32:00.991" v="14" actId="20577"/>
        <pc:sldMkLst>
          <pc:docMk/>
          <pc:sldMk cId="424162126" sldId="280"/>
        </pc:sldMkLst>
        <pc:spChg chg="mod">
          <ac:chgData name="Gastbenutzer" userId="" providerId="Windows Live" clId="Web-{7A753228-AB31-A2DD-95AE-CFE09594B890}" dt="2026-01-14T08:32:00.991" v="14" actId="20577"/>
          <ac:spMkLst>
            <pc:docMk/>
            <pc:sldMk cId="424162126" sldId="280"/>
            <ac:spMk id="3" creationId="{7761C439-8658-7089-C039-C5652B0C01EB}"/>
          </ac:spMkLst>
        </pc:spChg>
      </pc:sldChg>
      <pc:sldChg chg="modSp">
        <pc:chgData name="Gastbenutzer" userId="" providerId="Windows Live" clId="Web-{7A753228-AB31-A2DD-95AE-CFE09594B890}" dt="2026-01-14T08:31:25.304" v="7" actId="20577"/>
        <pc:sldMkLst>
          <pc:docMk/>
          <pc:sldMk cId="3116457370" sldId="300"/>
        </pc:sldMkLst>
        <pc:spChg chg="mod">
          <ac:chgData name="Gastbenutzer" userId="" providerId="Windows Live" clId="Web-{7A753228-AB31-A2DD-95AE-CFE09594B890}" dt="2026-01-14T08:31:25.304" v="7" actId="20577"/>
          <ac:spMkLst>
            <pc:docMk/>
            <pc:sldMk cId="3116457370" sldId="300"/>
            <ac:spMk id="3" creationId="{92DAA584-B3DF-1ED3-85D8-6069B6B6D27F}"/>
          </ac:spMkLst>
        </pc:spChg>
      </pc:sldChg>
      <pc:sldChg chg="modSp">
        <pc:chgData name="Gastbenutzer" userId="" providerId="Windows Live" clId="Web-{7A753228-AB31-A2DD-95AE-CFE09594B890}" dt="2026-01-14T08:32:55.398" v="21" actId="20577"/>
        <pc:sldMkLst>
          <pc:docMk/>
          <pc:sldMk cId="1258760871" sldId="304"/>
        </pc:sldMkLst>
        <pc:spChg chg="mod">
          <ac:chgData name="Gastbenutzer" userId="" providerId="Windows Live" clId="Web-{7A753228-AB31-A2DD-95AE-CFE09594B890}" dt="2026-01-14T08:32:55.398" v="21" actId="20577"/>
          <ac:spMkLst>
            <pc:docMk/>
            <pc:sldMk cId="1258760871" sldId="304"/>
            <ac:spMk id="3" creationId="{0B8A7E40-95C6-70C7-FE9E-D4316A86302D}"/>
          </ac:spMkLst>
        </pc:spChg>
      </pc:sldChg>
      <pc:sldChg chg="modSp">
        <pc:chgData name="Gastbenutzer" userId="" providerId="Windows Live" clId="Web-{7A753228-AB31-A2DD-95AE-CFE09594B890}" dt="2026-01-14T08:32:48.679" v="20" actId="20577"/>
        <pc:sldMkLst>
          <pc:docMk/>
          <pc:sldMk cId="1763247375" sldId="305"/>
        </pc:sldMkLst>
        <pc:spChg chg="mod">
          <ac:chgData name="Gastbenutzer" userId="" providerId="Windows Live" clId="Web-{7A753228-AB31-A2DD-95AE-CFE09594B890}" dt="2026-01-14T08:32:48.679" v="20" actId="20577"/>
          <ac:spMkLst>
            <pc:docMk/>
            <pc:sldMk cId="1763247375" sldId="305"/>
            <ac:spMk id="3" creationId="{420CB6B3-3AB0-584C-FF91-E4A11C0CE44A}"/>
          </ac:spMkLst>
        </pc:spChg>
      </pc:sldChg>
      <pc:sldChg chg="modSp">
        <pc:chgData name="Gastbenutzer" userId="" providerId="Windows Live" clId="Web-{7A753228-AB31-A2DD-95AE-CFE09594B890}" dt="2026-01-14T08:49:01.570" v="55" actId="20577"/>
        <pc:sldMkLst>
          <pc:docMk/>
          <pc:sldMk cId="3278990453" sldId="309"/>
        </pc:sldMkLst>
        <pc:spChg chg="mod">
          <ac:chgData name="Gastbenutzer" userId="" providerId="Windows Live" clId="Web-{7A753228-AB31-A2DD-95AE-CFE09594B890}" dt="2026-01-14T08:35:05.507" v="48" actId="20577"/>
          <ac:spMkLst>
            <pc:docMk/>
            <pc:sldMk cId="3278990453" sldId="309"/>
            <ac:spMk id="2" creationId="{3A8C144D-F6C5-4D65-32E6-D6E36DA18F91}"/>
          </ac:spMkLst>
        </pc:spChg>
        <pc:spChg chg="mod">
          <ac:chgData name="Gastbenutzer" userId="" providerId="Windows Live" clId="Web-{7A753228-AB31-A2DD-95AE-CFE09594B890}" dt="2026-01-14T08:49:01.570" v="55" actId="20577"/>
          <ac:spMkLst>
            <pc:docMk/>
            <pc:sldMk cId="3278990453" sldId="309"/>
            <ac:spMk id="3" creationId="{BD9FF351-C901-09BF-98A3-24550DE7B70E}"/>
          </ac:spMkLst>
        </pc:spChg>
      </pc:sldChg>
      <pc:sldChg chg="modSp ord">
        <pc:chgData name="Gastbenutzer" userId="" providerId="Windows Live" clId="Web-{7A753228-AB31-A2DD-95AE-CFE09594B890}" dt="2026-01-14T08:32:22.007" v="19" actId="20577"/>
        <pc:sldMkLst>
          <pc:docMk/>
          <pc:sldMk cId="1364551062" sldId="319"/>
        </pc:sldMkLst>
        <pc:spChg chg="mod">
          <ac:chgData name="Gastbenutzer" userId="" providerId="Windows Live" clId="Web-{7A753228-AB31-A2DD-95AE-CFE09594B890}" dt="2026-01-14T08:32:22.007" v="19" actId="20577"/>
          <ac:spMkLst>
            <pc:docMk/>
            <pc:sldMk cId="1364551062" sldId="319"/>
            <ac:spMk id="3" creationId="{E37C66F9-B64F-8A5E-A139-9224B4E1F54D}"/>
          </ac:spMkLst>
        </pc:spChg>
      </pc:sldChg>
    </pc:docChg>
  </pc:docChgLst>
  <pc:docChgLst>
    <pc:chgData name="Gastbenutzer" providerId="Windows Live" clId="Web-{03570301-3E6A-BB93-276F-EF5672E7C6A0}"/>
    <pc:docChg chg="addSld delSld modSld sldOrd modSection">
      <pc:chgData name="Gastbenutzer" userId="" providerId="Windows Live" clId="Web-{03570301-3E6A-BB93-276F-EF5672E7C6A0}" dt="2026-01-12T17:37:27.049" v="774" actId="20577"/>
      <pc:docMkLst>
        <pc:docMk/>
      </pc:docMkLst>
      <pc:sldChg chg="modSp">
        <pc:chgData name="Gastbenutzer" userId="" providerId="Windows Live" clId="Web-{03570301-3E6A-BB93-276F-EF5672E7C6A0}" dt="2026-01-12T17:26:57.059" v="671" actId="20577"/>
        <pc:sldMkLst>
          <pc:docMk/>
          <pc:sldMk cId="3492619676" sldId="264"/>
        </pc:sldMkLst>
        <pc:spChg chg="mod">
          <ac:chgData name="Gastbenutzer" userId="" providerId="Windows Live" clId="Web-{03570301-3E6A-BB93-276F-EF5672E7C6A0}" dt="2026-01-12T17:26:57.059" v="671" actId="20577"/>
          <ac:spMkLst>
            <pc:docMk/>
            <pc:sldMk cId="3492619676" sldId="264"/>
            <ac:spMk id="2" creationId="{4C22BC85-068B-5573-7ED0-E1FCE2BBA6FB}"/>
          </ac:spMkLst>
        </pc:spChg>
        <pc:spChg chg="mod">
          <ac:chgData name="Gastbenutzer" userId="" providerId="Windows Live" clId="Web-{03570301-3E6A-BB93-276F-EF5672E7C6A0}" dt="2026-01-12T17:26:26.965" v="667" actId="20577"/>
          <ac:spMkLst>
            <pc:docMk/>
            <pc:sldMk cId="3492619676" sldId="264"/>
            <ac:spMk id="3" creationId="{7FCA3CBB-8E17-0FD9-772E-4C7B9C9BFE16}"/>
          </ac:spMkLst>
        </pc:spChg>
      </pc:sldChg>
      <pc:sldChg chg="modSp">
        <pc:chgData name="Gastbenutzer" userId="" providerId="Windows Live" clId="Web-{03570301-3E6A-BB93-276F-EF5672E7C6A0}" dt="2026-01-12T17:27:58.748" v="683" actId="20577"/>
        <pc:sldMkLst>
          <pc:docMk/>
          <pc:sldMk cId="1338443796" sldId="301"/>
        </pc:sldMkLst>
        <pc:spChg chg="mod">
          <ac:chgData name="Gastbenutzer" userId="" providerId="Windows Live" clId="Web-{03570301-3E6A-BB93-276F-EF5672E7C6A0}" dt="2026-01-12T17:26:44.387" v="670" actId="20577"/>
          <ac:spMkLst>
            <pc:docMk/>
            <pc:sldMk cId="1338443796" sldId="301"/>
            <ac:spMk id="2" creationId="{79D6883E-744A-3FB3-F45B-DB44F2D65F51}"/>
          </ac:spMkLst>
        </pc:spChg>
        <pc:spChg chg="mod">
          <ac:chgData name="Gastbenutzer" userId="" providerId="Windows Live" clId="Web-{03570301-3E6A-BB93-276F-EF5672E7C6A0}" dt="2026-01-12T17:27:58.748" v="683" actId="20577"/>
          <ac:spMkLst>
            <pc:docMk/>
            <pc:sldMk cId="1338443796" sldId="301"/>
            <ac:spMk id="3" creationId="{CB363610-4CD8-1206-21DF-ABBABBF28C3C}"/>
          </ac:spMkLst>
        </pc:spChg>
      </pc:sldChg>
      <pc:sldChg chg="modSp">
        <pc:chgData name="Gastbenutzer" userId="" providerId="Windows Live" clId="Web-{03570301-3E6A-BB93-276F-EF5672E7C6A0}" dt="2026-01-12T17:27:02.497" v="672" actId="20577"/>
        <pc:sldMkLst>
          <pc:docMk/>
          <pc:sldMk cId="955406785" sldId="302"/>
        </pc:sldMkLst>
        <pc:spChg chg="mod">
          <ac:chgData name="Gastbenutzer" userId="" providerId="Windows Live" clId="Web-{03570301-3E6A-BB93-276F-EF5672E7C6A0}" dt="2026-01-12T17:27:02.497" v="672" actId="20577"/>
          <ac:spMkLst>
            <pc:docMk/>
            <pc:sldMk cId="955406785" sldId="302"/>
            <ac:spMk id="2" creationId="{B6130E1D-DA45-BF6E-5A6E-6059C55405AA}"/>
          </ac:spMkLst>
        </pc:spChg>
        <pc:spChg chg="mod">
          <ac:chgData name="Gastbenutzer" userId="" providerId="Windows Live" clId="Web-{03570301-3E6A-BB93-276F-EF5672E7C6A0}" dt="2026-01-12T17:24:00.258" v="665" actId="20577"/>
          <ac:spMkLst>
            <pc:docMk/>
            <pc:sldMk cId="955406785" sldId="302"/>
            <ac:spMk id="3" creationId="{2F0F37DD-F8AE-E544-243B-D6059A3E18B2}"/>
          </ac:spMkLst>
        </pc:spChg>
      </pc:sldChg>
      <pc:sldChg chg="modSp ord">
        <pc:chgData name="Gastbenutzer" userId="" providerId="Windows Live" clId="Web-{03570301-3E6A-BB93-276F-EF5672E7C6A0}" dt="2026-01-12T17:32:40.157" v="745" actId="20577"/>
        <pc:sldMkLst>
          <pc:docMk/>
          <pc:sldMk cId="3278990453" sldId="309"/>
        </pc:sldMkLst>
        <pc:spChg chg="mod">
          <ac:chgData name="Gastbenutzer" userId="" providerId="Windows Live" clId="Web-{03570301-3E6A-BB93-276F-EF5672E7C6A0}" dt="2026-01-12T17:30:05.656" v="699" actId="20577"/>
          <ac:spMkLst>
            <pc:docMk/>
            <pc:sldMk cId="3278990453" sldId="309"/>
            <ac:spMk id="2" creationId="{3A8C144D-F6C5-4D65-32E6-D6E36DA18F91}"/>
          </ac:spMkLst>
        </pc:spChg>
        <pc:spChg chg="mod">
          <ac:chgData name="Gastbenutzer" userId="" providerId="Windows Live" clId="Web-{03570301-3E6A-BB93-276F-EF5672E7C6A0}" dt="2026-01-12T17:32:40.157" v="745" actId="20577"/>
          <ac:spMkLst>
            <pc:docMk/>
            <pc:sldMk cId="3278990453" sldId="309"/>
            <ac:spMk id="3" creationId="{BD9FF351-C901-09BF-98A3-24550DE7B70E}"/>
          </ac:spMkLst>
        </pc:spChg>
      </pc:sldChg>
      <pc:sldChg chg="modSp ord">
        <pc:chgData name="Gastbenutzer" userId="" providerId="Windows Live" clId="Web-{03570301-3E6A-BB93-276F-EF5672E7C6A0}" dt="2026-01-12T17:28:28.811" v="688" actId="20577"/>
        <pc:sldMkLst>
          <pc:docMk/>
          <pc:sldMk cId="2089140086" sldId="310"/>
        </pc:sldMkLst>
        <pc:spChg chg="mod">
          <ac:chgData name="Gastbenutzer" userId="" providerId="Windows Live" clId="Web-{03570301-3E6A-BB93-276F-EF5672E7C6A0}" dt="2026-01-12T17:28:09.998" v="685" actId="20577"/>
          <ac:spMkLst>
            <pc:docMk/>
            <pc:sldMk cId="2089140086" sldId="310"/>
            <ac:spMk id="2" creationId="{5CBCC10E-B4B1-5E31-3635-D643CBB83636}"/>
          </ac:spMkLst>
        </pc:spChg>
        <pc:spChg chg="mod">
          <ac:chgData name="Gastbenutzer" userId="" providerId="Windows Live" clId="Web-{03570301-3E6A-BB93-276F-EF5672E7C6A0}" dt="2026-01-12T17:28:28.811" v="688" actId="20577"/>
          <ac:spMkLst>
            <pc:docMk/>
            <pc:sldMk cId="2089140086" sldId="310"/>
            <ac:spMk id="3" creationId="{E3BD57FA-EFCB-0943-37FA-D198F539BD73}"/>
          </ac:spMkLst>
        </pc:spChg>
      </pc:sldChg>
      <pc:sldChg chg="modSp add replId">
        <pc:chgData name="Gastbenutzer" userId="" providerId="Windows Live" clId="Web-{03570301-3E6A-BB93-276F-EF5672E7C6A0}" dt="2026-01-12T17:36:14.861" v="758" actId="20577"/>
        <pc:sldMkLst>
          <pc:docMk/>
          <pc:sldMk cId="3132756743" sldId="320"/>
        </pc:sldMkLst>
        <pc:spChg chg="mod">
          <ac:chgData name="Gastbenutzer" userId="" providerId="Windows Live" clId="Web-{03570301-3E6A-BB93-276F-EF5672E7C6A0}" dt="2026-01-12T17:35:47.314" v="752" actId="20577"/>
          <ac:spMkLst>
            <pc:docMk/>
            <pc:sldMk cId="3132756743" sldId="320"/>
            <ac:spMk id="2" creationId="{941CAB35-2FF2-2676-64E5-CF641C692ABF}"/>
          </ac:spMkLst>
        </pc:spChg>
        <pc:spChg chg="mod">
          <ac:chgData name="Gastbenutzer" userId="" providerId="Windows Live" clId="Web-{03570301-3E6A-BB93-276F-EF5672E7C6A0}" dt="2026-01-12T17:36:14.861" v="758" actId="20577"/>
          <ac:spMkLst>
            <pc:docMk/>
            <pc:sldMk cId="3132756743" sldId="320"/>
            <ac:spMk id="3" creationId="{C4454558-1381-F224-8483-FE6FB8AFFDA6}"/>
          </ac:spMkLst>
        </pc:spChg>
      </pc:sldChg>
      <pc:sldChg chg="modSp add replId">
        <pc:chgData name="Gastbenutzer" userId="" providerId="Windows Live" clId="Web-{03570301-3E6A-BB93-276F-EF5672E7C6A0}" dt="2026-01-12T17:36:28.174" v="761" actId="20577"/>
        <pc:sldMkLst>
          <pc:docMk/>
          <pc:sldMk cId="3689922288" sldId="321"/>
        </pc:sldMkLst>
        <pc:spChg chg="mod">
          <ac:chgData name="Gastbenutzer" userId="" providerId="Windows Live" clId="Web-{03570301-3E6A-BB93-276F-EF5672E7C6A0}" dt="2026-01-12T17:35:55.986" v="755" actId="20577"/>
          <ac:spMkLst>
            <pc:docMk/>
            <pc:sldMk cId="3689922288" sldId="321"/>
            <ac:spMk id="2" creationId="{B92E9157-1CAD-B856-B859-3F0B8C0012D6}"/>
          </ac:spMkLst>
        </pc:spChg>
        <pc:spChg chg="mod">
          <ac:chgData name="Gastbenutzer" userId="" providerId="Windows Live" clId="Web-{03570301-3E6A-BB93-276F-EF5672E7C6A0}" dt="2026-01-12T17:36:28.174" v="761" actId="20577"/>
          <ac:spMkLst>
            <pc:docMk/>
            <pc:sldMk cId="3689922288" sldId="321"/>
            <ac:spMk id="3" creationId="{3827C73F-601A-BBE1-31AA-B409B3E063A9}"/>
          </ac:spMkLst>
        </pc:spChg>
      </pc:sldChg>
      <pc:sldChg chg="modSp add ord replId">
        <pc:chgData name="Gastbenutzer" userId="" providerId="Windows Live" clId="Web-{03570301-3E6A-BB93-276F-EF5672E7C6A0}" dt="2026-01-12T17:37:00.049" v="768" actId="20577"/>
        <pc:sldMkLst>
          <pc:docMk/>
          <pc:sldMk cId="1556810719" sldId="322"/>
        </pc:sldMkLst>
        <pc:spChg chg="mod">
          <ac:chgData name="Gastbenutzer" userId="" providerId="Windows Live" clId="Web-{03570301-3E6A-BB93-276F-EF5672E7C6A0}" dt="2026-01-12T17:36:47.533" v="764" actId="20577"/>
          <ac:spMkLst>
            <pc:docMk/>
            <pc:sldMk cId="1556810719" sldId="322"/>
            <ac:spMk id="2" creationId="{90E82C7B-D621-A26A-7901-99959F7AF91F}"/>
          </ac:spMkLst>
        </pc:spChg>
        <pc:spChg chg="mod">
          <ac:chgData name="Gastbenutzer" userId="" providerId="Windows Live" clId="Web-{03570301-3E6A-BB93-276F-EF5672E7C6A0}" dt="2026-01-12T17:37:00.049" v="768" actId="20577"/>
          <ac:spMkLst>
            <pc:docMk/>
            <pc:sldMk cId="1556810719" sldId="322"/>
            <ac:spMk id="3" creationId="{A1BDC9D1-E910-7FCF-9D96-BA5AC5A6673C}"/>
          </ac:spMkLst>
        </pc:spChg>
      </pc:sldChg>
      <pc:sldChg chg="modSp add replId">
        <pc:chgData name="Gastbenutzer" userId="" providerId="Windows Live" clId="Web-{03570301-3E6A-BB93-276F-EF5672E7C6A0}" dt="2026-01-12T17:37:27.049" v="774" actId="20577"/>
        <pc:sldMkLst>
          <pc:docMk/>
          <pc:sldMk cId="2070399087" sldId="323"/>
        </pc:sldMkLst>
        <pc:spChg chg="mod">
          <ac:chgData name="Gastbenutzer" userId="" providerId="Windows Live" clId="Web-{03570301-3E6A-BB93-276F-EF5672E7C6A0}" dt="2026-01-12T17:37:16.517" v="771" actId="20577"/>
          <ac:spMkLst>
            <pc:docMk/>
            <pc:sldMk cId="2070399087" sldId="323"/>
            <ac:spMk id="2" creationId="{5F943495-AEC3-D1E1-0484-509EC6F6C7AA}"/>
          </ac:spMkLst>
        </pc:spChg>
        <pc:spChg chg="mod">
          <ac:chgData name="Gastbenutzer" userId="" providerId="Windows Live" clId="Web-{03570301-3E6A-BB93-276F-EF5672E7C6A0}" dt="2026-01-12T17:37:27.049" v="774" actId="20577"/>
          <ac:spMkLst>
            <pc:docMk/>
            <pc:sldMk cId="2070399087" sldId="323"/>
            <ac:spMk id="3" creationId="{58086672-C0BE-BBFC-4CC2-7D5DB59CDDA0}"/>
          </ac:spMkLst>
        </pc:spChg>
      </pc:sldChg>
    </pc:docChg>
  </pc:docChgLst>
  <pc:docChgLst>
    <pc:chgData name="Gastbenutzer" providerId="Windows Live" clId="Web-{9E931BAE-9195-3B13-0894-67BA526A7E4B}"/>
    <pc:docChg chg="modSld sldOrd">
      <pc:chgData name="Gastbenutzer" userId="" providerId="Windows Live" clId="Web-{9E931BAE-9195-3B13-0894-67BA526A7E4B}" dt="2026-01-13T11:16:57.459" v="336" actId="20577"/>
      <pc:docMkLst>
        <pc:docMk/>
      </pc:docMkLst>
      <pc:sldChg chg="modSp">
        <pc:chgData name="Gastbenutzer" userId="" providerId="Windows Live" clId="Web-{9E931BAE-9195-3B13-0894-67BA526A7E4B}" dt="2026-01-13T11:16:04.970" v="317"/>
        <pc:sldMkLst>
          <pc:docMk/>
          <pc:sldMk cId="428616275" sldId="259"/>
        </pc:sldMkLst>
        <pc:spChg chg="mod">
          <ac:chgData name="Gastbenutzer" userId="" providerId="Windows Live" clId="Web-{9E931BAE-9195-3B13-0894-67BA526A7E4B}" dt="2026-01-13T08:58:53.616" v="66" actId="20577"/>
          <ac:spMkLst>
            <pc:docMk/>
            <pc:sldMk cId="428616275" sldId="259"/>
            <ac:spMk id="2" creationId="{744275A1-9C34-8047-FB84-BD60DA65E8D9}"/>
          </ac:spMkLst>
        </pc:spChg>
        <pc:spChg chg="mod">
          <ac:chgData name="Gastbenutzer" userId="" providerId="Windows Live" clId="Web-{9E931BAE-9195-3B13-0894-67BA526A7E4B}" dt="2026-01-13T11:16:04.970" v="317"/>
          <ac:spMkLst>
            <pc:docMk/>
            <pc:sldMk cId="428616275" sldId="259"/>
            <ac:spMk id="3" creationId="{122BEBF8-A51C-C432-15A9-A8097F80D6AE}"/>
          </ac:spMkLst>
        </pc:spChg>
      </pc:sldChg>
      <pc:sldChg chg="modSp">
        <pc:chgData name="Gastbenutzer" userId="" providerId="Windows Live" clId="Web-{9E931BAE-9195-3B13-0894-67BA526A7E4B}" dt="2026-01-13T11:14:56.057" v="305"/>
        <pc:sldMkLst>
          <pc:docMk/>
          <pc:sldMk cId="3492619676" sldId="264"/>
        </pc:sldMkLst>
        <pc:spChg chg="mod">
          <ac:chgData name="Gastbenutzer" userId="" providerId="Windows Live" clId="Web-{9E931BAE-9195-3B13-0894-67BA526A7E4B}" dt="2026-01-13T08:59:44.183" v="75" actId="20577"/>
          <ac:spMkLst>
            <pc:docMk/>
            <pc:sldMk cId="3492619676" sldId="264"/>
            <ac:spMk id="2" creationId="{4C22BC85-068B-5573-7ED0-E1FCE2BBA6FB}"/>
          </ac:spMkLst>
        </pc:spChg>
        <pc:spChg chg="mod">
          <ac:chgData name="Gastbenutzer" userId="" providerId="Windows Live" clId="Web-{9E931BAE-9195-3B13-0894-67BA526A7E4B}" dt="2026-01-13T11:14:56.057" v="305"/>
          <ac:spMkLst>
            <pc:docMk/>
            <pc:sldMk cId="3492619676" sldId="264"/>
            <ac:spMk id="3" creationId="{7FCA3CBB-8E17-0FD9-772E-4C7B9C9BFE16}"/>
          </ac:spMkLst>
        </pc:spChg>
      </pc:sldChg>
      <pc:sldChg chg="modSp">
        <pc:chgData name="Gastbenutzer" userId="" providerId="Windows Live" clId="Web-{9E931BAE-9195-3B13-0894-67BA526A7E4B}" dt="2026-01-13T11:05:02.811" v="177"/>
        <pc:sldMkLst>
          <pc:docMk/>
          <pc:sldMk cId="3728183818" sldId="266"/>
        </pc:sldMkLst>
        <pc:spChg chg="mod">
          <ac:chgData name="Gastbenutzer" userId="" providerId="Windows Live" clId="Web-{9E931BAE-9195-3B13-0894-67BA526A7E4B}" dt="2026-01-13T09:00:49.405" v="87" actId="20577"/>
          <ac:spMkLst>
            <pc:docMk/>
            <pc:sldMk cId="3728183818" sldId="266"/>
            <ac:spMk id="2" creationId="{88982142-8C73-0574-1EFD-4910AA6BDC2F}"/>
          </ac:spMkLst>
        </pc:spChg>
        <pc:spChg chg="mod">
          <ac:chgData name="Gastbenutzer" userId="" providerId="Windows Live" clId="Web-{9E931BAE-9195-3B13-0894-67BA526A7E4B}" dt="2026-01-13T11:05:02.811" v="177"/>
          <ac:spMkLst>
            <pc:docMk/>
            <pc:sldMk cId="3728183818" sldId="266"/>
            <ac:spMk id="3" creationId="{EA635F1B-A6ED-9ECE-12E3-D028CFE2C95E}"/>
          </ac:spMkLst>
        </pc:spChg>
      </pc:sldChg>
      <pc:sldChg chg="modSp">
        <pc:chgData name="Gastbenutzer" userId="" providerId="Windows Live" clId="Web-{9E931BAE-9195-3B13-0894-67BA526A7E4B}" dt="2026-01-13T11:14:07.697" v="293"/>
        <pc:sldMkLst>
          <pc:docMk/>
          <pc:sldMk cId="2623903719" sldId="267"/>
        </pc:sldMkLst>
        <pc:spChg chg="mod">
          <ac:chgData name="Gastbenutzer" userId="" providerId="Windows Live" clId="Web-{9E931BAE-9195-3B13-0894-67BA526A7E4B}" dt="2026-01-13T09:00:12.685" v="80" actId="20577"/>
          <ac:spMkLst>
            <pc:docMk/>
            <pc:sldMk cId="2623903719" sldId="267"/>
            <ac:spMk id="2" creationId="{AB3B0C7F-5C86-C35A-2FE5-83D2CC2FC8DD}"/>
          </ac:spMkLst>
        </pc:spChg>
        <pc:spChg chg="mod">
          <ac:chgData name="Gastbenutzer" userId="" providerId="Windows Live" clId="Web-{9E931BAE-9195-3B13-0894-67BA526A7E4B}" dt="2026-01-13T11:14:07.697" v="293"/>
          <ac:spMkLst>
            <pc:docMk/>
            <pc:sldMk cId="2623903719" sldId="267"/>
            <ac:spMk id="3" creationId="{4AA577EB-B25B-A41B-40E8-F684389AE404}"/>
          </ac:spMkLst>
        </pc:spChg>
      </pc:sldChg>
      <pc:sldChg chg="modSp">
        <pc:chgData name="Gastbenutzer" userId="" providerId="Windows Live" clId="Web-{9E931BAE-9195-3B13-0894-67BA526A7E4B}" dt="2026-01-13T11:13:30.853" v="275" actId="20577"/>
        <pc:sldMkLst>
          <pc:docMk/>
          <pc:sldMk cId="2568732392" sldId="268"/>
        </pc:sldMkLst>
        <pc:spChg chg="mod">
          <ac:chgData name="Gastbenutzer" userId="" providerId="Windows Live" clId="Web-{9E931BAE-9195-3B13-0894-67BA526A7E4B}" dt="2026-01-13T09:00:18.076" v="81" actId="20577"/>
          <ac:spMkLst>
            <pc:docMk/>
            <pc:sldMk cId="2568732392" sldId="268"/>
            <ac:spMk id="2" creationId="{BCA1A3CD-BCA4-116F-8485-6C354AEA68CB}"/>
          </ac:spMkLst>
        </pc:spChg>
        <pc:spChg chg="mod">
          <ac:chgData name="Gastbenutzer" userId="" providerId="Windows Live" clId="Web-{9E931BAE-9195-3B13-0894-67BA526A7E4B}" dt="2026-01-13T11:13:30.853" v="275" actId="20577"/>
          <ac:spMkLst>
            <pc:docMk/>
            <pc:sldMk cId="2568732392" sldId="268"/>
            <ac:spMk id="3" creationId="{A01DFD8D-2EBC-532B-14FB-49A730B4E015}"/>
          </ac:spMkLst>
        </pc:spChg>
      </pc:sldChg>
      <pc:sldChg chg="modSp">
        <pc:chgData name="Gastbenutzer" userId="" providerId="Windows Live" clId="Web-{9E931BAE-9195-3B13-0894-67BA526A7E4B}" dt="2026-01-13T11:01:36.784" v="108"/>
        <pc:sldMkLst>
          <pc:docMk/>
          <pc:sldMk cId="1137188321" sldId="273"/>
        </pc:sldMkLst>
        <pc:spChg chg="mod">
          <ac:chgData name="Gastbenutzer" userId="" providerId="Windows Live" clId="Web-{9E931BAE-9195-3B13-0894-67BA526A7E4B}" dt="2026-01-13T09:00:59.343" v="89" actId="20577"/>
          <ac:spMkLst>
            <pc:docMk/>
            <pc:sldMk cId="1137188321" sldId="273"/>
            <ac:spMk id="2" creationId="{6262ECC5-DF3B-CD8E-6061-0D4D6820B918}"/>
          </ac:spMkLst>
        </pc:spChg>
        <pc:spChg chg="mod">
          <ac:chgData name="Gastbenutzer" userId="" providerId="Windows Live" clId="Web-{9E931BAE-9195-3B13-0894-67BA526A7E4B}" dt="2026-01-13T11:01:36.784" v="108"/>
          <ac:spMkLst>
            <pc:docMk/>
            <pc:sldMk cId="1137188321" sldId="273"/>
            <ac:spMk id="3" creationId="{EE78B9D1-30A4-7C74-C59C-8AE4C35F0127}"/>
          </ac:spMkLst>
        </pc:spChg>
      </pc:sldChg>
      <pc:sldChg chg="modSp">
        <pc:chgData name="Gastbenutzer" userId="" providerId="Windows Live" clId="Web-{9E931BAE-9195-3B13-0894-67BA526A7E4B}" dt="2026-01-13T11:12:46.603" v="262"/>
        <pc:sldMkLst>
          <pc:docMk/>
          <pc:sldMk cId="2925966743" sldId="274"/>
        </pc:sldMkLst>
        <pc:spChg chg="mod">
          <ac:chgData name="Gastbenutzer" userId="" providerId="Windows Live" clId="Web-{9E931BAE-9195-3B13-0894-67BA526A7E4B}" dt="2026-01-13T09:01:21.938" v="94" actId="14100"/>
          <ac:spMkLst>
            <pc:docMk/>
            <pc:sldMk cId="2925966743" sldId="274"/>
            <ac:spMk id="2" creationId="{5D50D56C-1868-FD34-F4B4-CE86D6B0DF37}"/>
          </ac:spMkLst>
        </pc:spChg>
        <pc:spChg chg="mod">
          <ac:chgData name="Gastbenutzer" userId="" providerId="Windows Live" clId="Web-{9E931BAE-9195-3B13-0894-67BA526A7E4B}" dt="2026-01-13T11:12:46.603" v="262"/>
          <ac:spMkLst>
            <pc:docMk/>
            <pc:sldMk cId="2925966743" sldId="274"/>
            <ac:spMk id="3" creationId="{62DF8343-00B2-51F2-E453-DCF29752B204}"/>
          </ac:spMkLst>
        </pc:spChg>
      </pc:sldChg>
      <pc:sldChg chg="modSp">
        <pc:chgData name="Gastbenutzer" userId="" providerId="Windows Live" clId="Web-{9E931BAE-9195-3B13-0894-67BA526A7E4B}" dt="2026-01-13T11:15:59.954" v="315"/>
        <pc:sldMkLst>
          <pc:docMk/>
          <pc:sldMk cId="2414079197" sldId="275"/>
        </pc:sldMkLst>
        <pc:spChg chg="mod">
          <ac:chgData name="Gastbenutzer" userId="" providerId="Windows Live" clId="Web-{9E931BAE-9195-3B13-0894-67BA526A7E4B}" dt="2026-01-13T08:59:00.039" v="67" actId="20577"/>
          <ac:spMkLst>
            <pc:docMk/>
            <pc:sldMk cId="2414079197" sldId="275"/>
            <ac:spMk id="2" creationId="{7AE0B754-6517-9C11-0235-3CC05C45DDBF}"/>
          </ac:spMkLst>
        </pc:spChg>
        <pc:spChg chg="mod">
          <ac:chgData name="Gastbenutzer" userId="" providerId="Windows Live" clId="Web-{9E931BAE-9195-3B13-0894-67BA526A7E4B}" dt="2026-01-13T11:15:59.954" v="315"/>
          <ac:spMkLst>
            <pc:docMk/>
            <pc:sldMk cId="2414079197" sldId="275"/>
            <ac:spMk id="3" creationId="{BC7E84B4-F9EC-49C2-D191-C55CBC8C30A5}"/>
          </ac:spMkLst>
        </pc:spChg>
      </pc:sldChg>
      <pc:sldChg chg="modSp">
        <pc:chgData name="Gastbenutzer" userId="" providerId="Windows Live" clId="Web-{9E931BAE-9195-3B13-0894-67BA526A7E4B}" dt="2026-01-13T11:15:39.999" v="309"/>
        <pc:sldMkLst>
          <pc:docMk/>
          <pc:sldMk cId="2303466740" sldId="276"/>
        </pc:sldMkLst>
        <pc:spChg chg="mod">
          <ac:chgData name="Gastbenutzer" userId="" providerId="Windows Live" clId="Web-{9E931BAE-9195-3B13-0894-67BA526A7E4B}" dt="2026-01-13T08:59:17.978" v="70" actId="20577"/>
          <ac:spMkLst>
            <pc:docMk/>
            <pc:sldMk cId="2303466740" sldId="276"/>
            <ac:spMk id="2" creationId="{66B2166D-EF54-6C4B-7102-64AC410F8E4A}"/>
          </ac:spMkLst>
        </pc:spChg>
        <pc:spChg chg="mod">
          <ac:chgData name="Gastbenutzer" userId="" providerId="Windows Live" clId="Web-{9E931BAE-9195-3B13-0894-67BA526A7E4B}" dt="2026-01-13T11:15:39.999" v="309"/>
          <ac:spMkLst>
            <pc:docMk/>
            <pc:sldMk cId="2303466740" sldId="276"/>
            <ac:spMk id="3" creationId="{CB4206FD-F00A-A464-DFBD-D0C0FEF454A2}"/>
          </ac:spMkLst>
        </pc:spChg>
      </pc:sldChg>
      <pc:sldChg chg="modSp">
        <pc:chgData name="Gastbenutzer" userId="" providerId="Windows Live" clId="Web-{9E931BAE-9195-3B13-0894-67BA526A7E4B}" dt="2026-01-13T11:15:53.125" v="313"/>
        <pc:sldMkLst>
          <pc:docMk/>
          <pc:sldMk cId="1001550339" sldId="277"/>
        </pc:sldMkLst>
        <pc:spChg chg="mod">
          <ac:chgData name="Gastbenutzer" userId="" providerId="Windows Live" clId="Web-{9E931BAE-9195-3B13-0894-67BA526A7E4B}" dt="2026-01-13T08:59:05.805" v="68" actId="20577"/>
          <ac:spMkLst>
            <pc:docMk/>
            <pc:sldMk cId="1001550339" sldId="277"/>
            <ac:spMk id="2" creationId="{F3A5892D-AF1F-8DC8-0387-FC847587C0F4}"/>
          </ac:spMkLst>
        </pc:spChg>
        <pc:spChg chg="mod">
          <ac:chgData name="Gastbenutzer" userId="" providerId="Windows Live" clId="Web-{9E931BAE-9195-3B13-0894-67BA526A7E4B}" dt="2026-01-13T11:15:53.125" v="313"/>
          <ac:spMkLst>
            <pc:docMk/>
            <pc:sldMk cId="1001550339" sldId="277"/>
            <ac:spMk id="3" creationId="{05787772-A202-3810-208C-89897D8EA0E0}"/>
          </ac:spMkLst>
        </pc:spChg>
      </pc:sldChg>
      <pc:sldChg chg="modSp">
        <pc:chgData name="Gastbenutzer" userId="" providerId="Windows Live" clId="Web-{9E931BAE-9195-3B13-0894-67BA526A7E4B}" dt="2026-01-13T11:16:39.379" v="327"/>
        <pc:sldMkLst>
          <pc:docMk/>
          <pc:sldMk cId="4129494963" sldId="279"/>
        </pc:sldMkLst>
        <pc:spChg chg="mod">
          <ac:chgData name="Gastbenutzer" userId="" providerId="Windows Live" clId="Web-{9E931BAE-9195-3B13-0894-67BA526A7E4B}" dt="2026-01-13T09:00:06.513" v="79" actId="20577"/>
          <ac:spMkLst>
            <pc:docMk/>
            <pc:sldMk cId="4129494963" sldId="279"/>
            <ac:spMk id="2" creationId="{3BDAA3F2-4FA0-5C48-6F99-E930373D8F45}"/>
          </ac:spMkLst>
        </pc:spChg>
        <pc:spChg chg="mod">
          <ac:chgData name="Gastbenutzer" userId="" providerId="Windows Live" clId="Web-{9E931BAE-9195-3B13-0894-67BA526A7E4B}" dt="2026-01-13T11:16:39.379" v="327"/>
          <ac:spMkLst>
            <pc:docMk/>
            <pc:sldMk cId="4129494963" sldId="279"/>
            <ac:spMk id="3" creationId="{F8D57E53-A9A4-CDDB-6433-C3EEE94CFC09}"/>
          </ac:spMkLst>
        </pc:spChg>
      </pc:sldChg>
      <pc:sldChg chg="modSp">
        <pc:chgData name="Gastbenutzer" userId="" providerId="Windows Live" clId="Web-{9E931BAE-9195-3B13-0894-67BA526A7E4B}" dt="2026-01-13T11:15:50.187" v="312"/>
        <pc:sldMkLst>
          <pc:docMk/>
          <pc:sldMk cId="424162126" sldId="280"/>
        </pc:sldMkLst>
        <pc:spChg chg="mod">
          <ac:chgData name="Gastbenutzer" userId="" providerId="Windows Live" clId="Web-{9E931BAE-9195-3B13-0894-67BA526A7E4B}" dt="2026-01-13T08:59:12.134" v="69" actId="20577"/>
          <ac:spMkLst>
            <pc:docMk/>
            <pc:sldMk cId="424162126" sldId="280"/>
            <ac:spMk id="2" creationId="{6C715CAC-D01F-6B72-74AD-9E078BEE5DB1}"/>
          </ac:spMkLst>
        </pc:spChg>
        <pc:spChg chg="mod">
          <ac:chgData name="Gastbenutzer" userId="" providerId="Windows Live" clId="Web-{9E931BAE-9195-3B13-0894-67BA526A7E4B}" dt="2026-01-13T11:15:50.187" v="312"/>
          <ac:spMkLst>
            <pc:docMk/>
            <pc:sldMk cId="424162126" sldId="280"/>
            <ac:spMk id="3" creationId="{7761C439-8658-7089-C039-C5652B0C01EB}"/>
          </ac:spMkLst>
        </pc:spChg>
      </pc:sldChg>
      <pc:sldChg chg="modSp">
        <pc:chgData name="Gastbenutzer" userId="" providerId="Windows Live" clId="Web-{9E931BAE-9195-3B13-0894-67BA526A7E4B}" dt="2026-01-13T08:58:41.912" v="65" actId="20577"/>
        <pc:sldMkLst>
          <pc:docMk/>
          <pc:sldMk cId="3580760417" sldId="281"/>
        </pc:sldMkLst>
        <pc:spChg chg="mod">
          <ac:chgData name="Gastbenutzer" userId="" providerId="Windows Live" clId="Web-{9E931BAE-9195-3B13-0894-67BA526A7E4B}" dt="2026-01-13T08:58:41.912" v="65" actId="20577"/>
          <ac:spMkLst>
            <pc:docMk/>
            <pc:sldMk cId="3580760417" sldId="281"/>
            <ac:spMk id="2" creationId="{639A1B20-E845-B3C0-C5CD-C300A776DE35}"/>
          </ac:spMkLst>
        </pc:spChg>
      </pc:sldChg>
      <pc:sldChg chg="modSp">
        <pc:chgData name="Gastbenutzer" userId="" providerId="Windows Live" clId="Web-{9E931BAE-9195-3B13-0894-67BA526A7E4B}" dt="2026-01-13T11:12:41.478" v="260"/>
        <pc:sldMkLst>
          <pc:docMk/>
          <pc:sldMk cId="4290269208" sldId="282"/>
        </pc:sldMkLst>
        <pc:spChg chg="mod">
          <ac:chgData name="Gastbenutzer" userId="" providerId="Windows Live" clId="Web-{9E931BAE-9195-3B13-0894-67BA526A7E4B}" dt="2026-01-13T09:01:12.281" v="93" actId="14100"/>
          <ac:spMkLst>
            <pc:docMk/>
            <pc:sldMk cId="4290269208" sldId="282"/>
            <ac:spMk id="2" creationId="{120FBE83-5B4B-B1B0-3CDE-95452DA7CE9E}"/>
          </ac:spMkLst>
        </pc:spChg>
        <pc:spChg chg="mod">
          <ac:chgData name="Gastbenutzer" userId="" providerId="Windows Live" clId="Web-{9E931BAE-9195-3B13-0894-67BA526A7E4B}" dt="2026-01-13T11:12:41.478" v="260"/>
          <ac:spMkLst>
            <pc:docMk/>
            <pc:sldMk cId="4290269208" sldId="282"/>
            <ac:spMk id="3" creationId="{223E7231-FBD1-7A30-B0EB-9DFEE0539BDD}"/>
          </ac:spMkLst>
        </pc:spChg>
      </pc:sldChg>
      <pc:sldChg chg="modSp">
        <pc:chgData name="Gastbenutzer" userId="" providerId="Windows Live" clId="Web-{9E931BAE-9195-3B13-0894-67BA526A7E4B}" dt="2026-01-13T11:16:09.939" v="320"/>
        <pc:sldMkLst>
          <pc:docMk/>
          <pc:sldMk cId="3116457370" sldId="300"/>
        </pc:sldMkLst>
        <pc:spChg chg="mod">
          <ac:chgData name="Gastbenutzer" userId="" providerId="Windows Live" clId="Web-{9E931BAE-9195-3B13-0894-67BA526A7E4B}" dt="2026-01-13T11:16:09.939" v="320"/>
          <ac:spMkLst>
            <pc:docMk/>
            <pc:sldMk cId="3116457370" sldId="300"/>
            <ac:spMk id="3" creationId="{92DAA584-B3DF-1ED3-85D8-6069B6B6D27F}"/>
          </ac:spMkLst>
        </pc:spChg>
      </pc:sldChg>
      <pc:sldChg chg="modSp">
        <pc:chgData name="Gastbenutzer" userId="" providerId="Windows Live" clId="Web-{9E931BAE-9195-3B13-0894-67BA526A7E4B}" dt="2026-01-13T11:14:57.932" v="306"/>
        <pc:sldMkLst>
          <pc:docMk/>
          <pc:sldMk cId="1338443796" sldId="301"/>
        </pc:sldMkLst>
        <pc:spChg chg="mod">
          <ac:chgData name="Gastbenutzer" userId="" providerId="Windows Live" clId="Web-{9E931BAE-9195-3B13-0894-67BA526A7E4B}" dt="2026-01-13T08:59:49.558" v="76" actId="20577"/>
          <ac:spMkLst>
            <pc:docMk/>
            <pc:sldMk cId="1338443796" sldId="301"/>
            <ac:spMk id="2" creationId="{79D6883E-744A-3FB3-F45B-DB44F2D65F51}"/>
          </ac:spMkLst>
        </pc:spChg>
        <pc:spChg chg="mod">
          <ac:chgData name="Gastbenutzer" userId="" providerId="Windows Live" clId="Web-{9E931BAE-9195-3B13-0894-67BA526A7E4B}" dt="2026-01-13T11:14:57.932" v="306"/>
          <ac:spMkLst>
            <pc:docMk/>
            <pc:sldMk cId="1338443796" sldId="301"/>
            <ac:spMk id="3" creationId="{CB363610-4CD8-1206-21DF-ABBABBF28C3C}"/>
          </ac:spMkLst>
        </pc:spChg>
      </pc:sldChg>
      <pc:sldChg chg="modSp">
        <pc:chgData name="Gastbenutzer" userId="" providerId="Windows Live" clId="Web-{9E931BAE-9195-3B13-0894-67BA526A7E4B}" dt="2026-01-13T11:15:01.588" v="307"/>
        <pc:sldMkLst>
          <pc:docMk/>
          <pc:sldMk cId="955406785" sldId="302"/>
        </pc:sldMkLst>
        <pc:spChg chg="mod">
          <ac:chgData name="Gastbenutzer" userId="" providerId="Windows Live" clId="Web-{9E931BAE-9195-3B13-0894-67BA526A7E4B}" dt="2026-01-13T08:59:39.745" v="74" actId="20577"/>
          <ac:spMkLst>
            <pc:docMk/>
            <pc:sldMk cId="955406785" sldId="302"/>
            <ac:spMk id="2" creationId="{B6130E1D-DA45-BF6E-5A6E-6059C55405AA}"/>
          </ac:spMkLst>
        </pc:spChg>
        <pc:spChg chg="mod">
          <ac:chgData name="Gastbenutzer" userId="" providerId="Windows Live" clId="Web-{9E931BAE-9195-3B13-0894-67BA526A7E4B}" dt="2026-01-13T11:15:01.588" v="307"/>
          <ac:spMkLst>
            <pc:docMk/>
            <pc:sldMk cId="955406785" sldId="302"/>
            <ac:spMk id="3" creationId="{2F0F37DD-F8AE-E544-243B-D6059A3E18B2}"/>
          </ac:spMkLst>
        </pc:spChg>
      </pc:sldChg>
      <pc:sldChg chg="modSp">
        <pc:chgData name="Gastbenutzer" userId="" providerId="Windows Live" clId="Web-{9E931BAE-9195-3B13-0894-67BA526A7E4B}" dt="2026-01-13T11:14:50.729" v="303"/>
        <pc:sldMkLst>
          <pc:docMk/>
          <pc:sldMk cId="1258760871" sldId="304"/>
        </pc:sldMkLst>
        <pc:spChg chg="mod">
          <ac:chgData name="Gastbenutzer" userId="" providerId="Windows Live" clId="Web-{9E931BAE-9195-3B13-0894-67BA526A7E4B}" dt="2026-01-13T08:59:33.932" v="73" actId="20577"/>
          <ac:spMkLst>
            <pc:docMk/>
            <pc:sldMk cId="1258760871" sldId="304"/>
            <ac:spMk id="2" creationId="{9B303119-6F16-CC59-F23B-FC32117AB71D}"/>
          </ac:spMkLst>
        </pc:spChg>
        <pc:spChg chg="mod">
          <ac:chgData name="Gastbenutzer" userId="" providerId="Windows Live" clId="Web-{9E931BAE-9195-3B13-0894-67BA526A7E4B}" dt="2026-01-13T11:14:50.729" v="303"/>
          <ac:spMkLst>
            <pc:docMk/>
            <pc:sldMk cId="1258760871" sldId="304"/>
            <ac:spMk id="3" creationId="{0B8A7E40-95C6-70C7-FE9E-D4316A86302D}"/>
          </ac:spMkLst>
        </pc:spChg>
      </pc:sldChg>
      <pc:sldChg chg="modSp">
        <pc:chgData name="Gastbenutzer" userId="" providerId="Windows Live" clId="Web-{9E931BAE-9195-3B13-0894-67BA526A7E4B}" dt="2026-01-13T11:02:31.678" v="129"/>
        <pc:sldMkLst>
          <pc:docMk/>
          <pc:sldMk cId="1763247375" sldId="305"/>
        </pc:sldMkLst>
        <pc:spChg chg="mod">
          <ac:chgData name="Gastbenutzer" userId="" providerId="Windows Live" clId="Web-{9E931BAE-9195-3B13-0894-67BA526A7E4B}" dt="2026-01-13T08:59:28.604" v="72" actId="20577"/>
          <ac:spMkLst>
            <pc:docMk/>
            <pc:sldMk cId="1763247375" sldId="305"/>
            <ac:spMk id="2" creationId="{540CC404-658B-7C4F-893F-5B37A6C69CB5}"/>
          </ac:spMkLst>
        </pc:spChg>
        <pc:spChg chg="mod">
          <ac:chgData name="Gastbenutzer" userId="" providerId="Windows Live" clId="Web-{9E931BAE-9195-3B13-0894-67BA526A7E4B}" dt="2026-01-13T11:02:31.678" v="129"/>
          <ac:spMkLst>
            <pc:docMk/>
            <pc:sldMk cId="1763247375" sldId="305"/>
            <ac:spMk id="3" creationId="{420CB6B3-3AB0-584C-FF91-E4A11C0CE44A}"/>
          </ac:spMkLst>
        </pc:spChg>
      </pc:sldChg>
      <pc:sldChg chg="modSp">
        <pc:chgData name="Gastbenutzer" userId="" providerId="Windows Live" clId="Web-{9E931BAE-9195-3B13-0894-67BA526A7E4B}" dt="2026-01-13T11:16:57.459" v="336" actId="20577"/>
        <pc:sldMkLst>
          <pc:docMk/>
          <pc:sldMk cId="3278990453" sldId="309"/>
        </pc:sldMkLst>
        <pc:spChg chg="mod">
          <ac:chgData name="Gastbenutzer" userId="" providerId="Windows Live" clId="Web-{9E931BAE-9195-3B13-0894-67BA526A7E4B}" dt="2026-01-13T11:16:57.459" v="336" actId="20577"/>
          <ac:spMkLst>
            <pc:docMk/>
            <pc:sldMk cId="3278990453" sldId="309"/>
            <ac:spMk id="2" creationId="{3A8C144D-F6C5-4D65-32E6-D6E36DA18F91}"/>
          </ac:spMkLst>
        </pc:spChg>
        <pc:spChg chg="mod">
          <ac:chgData name="Gastbenutzer" userId="" providerId="Windows Live" clId="Web-{9E931BAE-9195-3B13-0894-67BA526A7E4B}" dt="2026-01-13T11:16:49.599" v="333"/>
          <ac:spMkLst>
            <pc:docMk/>
            <pc:sldMk cId="3278990453" sldId="309"/>
            <ac:spMk id="3" creationId="{BD9FF351-C901-09BF-98A3-24550DE7B70E}"/>
          </ac:spMkLst>
        </pc:spChg>
      </pc:sldChg>
      <pc:sldChg chg="modSp">
        <pc:chgData name="Gastbenutzer" userId="" providerId="Windows Live" clId="Web-{9E931BAE-9195-3B13-0894-67BA526A7E4B}" dt="2026-01-13T11:14:24.791" v="296"/>
        <pc:sldMkLst>
          <pc:docMk/>
          <pc:sldMk cId="2089140086" sldId="310"/>
        </pc:sldMkLst>
        <pc:spChg chg="mod">
          <ac:chgData name="Gastbenutzer" userId="" providerId="Windows Live" clId="Web-{9E931BAE-9195-3B13-0894-67BA526A7E4B}" dt="2026-01-13T08:59:54.809" v="77" actId="20577"/>
          <ac:spMkLst>
            <pc:docMk/>
            <pc:sldMk cId="2089140086" sldId="310"/>
            <ac:spMk id="2" creationId="{5CBCC10E-B4B1-5E31-3635-D643CBB83636}"/>
          </ac:spMkLst>
        </pc:spChg>
        <pc:spChg chg="mod">
          <ac:chgData name="Gastbenutzer" userId="" providerId="Windows Live" clId="Web-{9E931BAE-9195-3B13-0894-67BA526A7E4B}" dt="2026-01-13T11:14:24.791" v="296"/>
          <ac:spMkLst>
            <pc:docMk/>
            <pc:sldMk cId="2089140086" sldId="310"/>
            <ac:spMk id="3" creationId="{E3BD57FA-EFCB-0943-37FA-D198F539BD73}"/>
          </ac:spMkLst>
        </pc:spChg>
      </pc:sldChg>
      <pc:sldChg chg="modSp">
        <pc:chgData name="Gastbenutzer" userId="" providerId="Windows Live" clId="Web-{9E931BAE-9195-3B13-0894-67BA526A7E4B}" dt="2026-01-13T11:07:11.737" v="193" actId="20577"/>
        <pc:sldMkLst>
          <pc:docMk/>
          <pc:sldMk cId="927774359" sldId="314"/>
        </pc:sldMkLst>
        <pc:spChg chg="mod">
          <ac:chgData name="Gastbenutzer" userId="" providerId="Windows Live" clId="Web-{9E931BAE-9195-3B13-0894-67BA526A7E4B}" dt="2026-01-13T09:00:34.295" v="84" actId="20577"/>
          <ac:spMkLst>
            <pc:docMk/>
            <pc:sldMk cId="927774359" sldId="314"/>
            <ac:spMk id="2" creationId="{A745BD9F-CED1-1D8E-2662-443B70354051}"/>
          </ac:spMkLst>
        </pc:spChg>
        <pc:spChg chg="mod">
          <ac:chgData name="Gastbenutzer" userId="" providerId="Windows Live" clId="Web-{9E931BAE-9195-3B13-0894-67BA526A7E4B}" dt="2026-01-13T11:07:11.737" v="193" actId="20577"/>
          <ac:spMkLst>
            <pc:docMk/>
            <pc:sldMk cId="927774359" sldId="314"/>
            <ac:spMk id="3" creationId="{DC220311-5CE5-AD7D-D549-FE41D8DC7CB5}"/>
          </ac:spMkLst>
        </pc:spChg>
      </pc:sldChg>
      <pc:sldChg chg="modSp">
        <pc:chgData name="Gastbenutzer" userId="" providerId="Windows Live" clId="Web-{9E931BAE-9195-3B13-0894-67BA526A7E4B}" dt="2026-01-13T11:07:44.785" v="206" actId="20577"/>
        <pc:sldMkLst>
          <pc:docMk/>
          <pc:sldMk cId="3042725466" sldId="315"/>
        </pc:sldMkLst>
        <pc:spChg chg="mod">
          <ac:chgData name="Gastbenutzer" userId="" providerId="Windows Live" clId="Web-{9E931BAE-9195-3B13-0894-67BA526A7E4B}" dt="2026-01-13T09:00:28.061" v="83" actId="20577"/>
          <ac:spMkLst>
            <pc:docMk/>
            <pc:sldMk cId="3042725466" sldId="315"/>
            <ac:spMk id="2" creationId="{DC1A4DB0-37C0-0F96-AF48-CD66B3646E96}"/>
          </ac:spMkLst>
        </pc:spChg>
        <pc:spChg chg="mod">
          <ac:chgData name="Gastbenutzer" userId="" providerId="Windows Live" clId="Web-{9E931BAE-9195-3B13-0894-67BA526A7E4B}" dt="2026-01-13T11:07:44.785" v="206" actId="20577"/>
          <ac:spMkLst>
            <pc:docMk/>
            <pc:sldMk cId="3042725466" sldId="315"/>
            <ac:spMk id="3" creationId="{B86FBE85-DB14-5971-C282-74F568AB19AF}"/>
          </ac:spMkLst>
        </pc:spChg>
      </pc:sldChg>
      <pc:sldChg chg="modSp">
        <pc:chgData name="Gastbenutzer" userId="" providerId="Windows Live" clId="Web-{9E931BAE-9195-3B13-0894-67BA526A7E4B}" dt="2026-01-13T11:07:42.113" v="204" actId="20577"/>
        <pc:sldMkLst>
          <pc:docMk/>
          <pc:sldMk cId="3742654448" sldId="316"/>
        </pc:sldMkLst>
        <pc:spChg chg="mod">
          <ac:chgData name="Gastbenutzer" userId="" providerId="Windows Live" clId="Web-{9E931BAE-9195-3B13-0894-67BA526A7E4B}" dt="2026-01-13T09:00:23.514" v="82" actId="20577"/>
          <ac:spMkLst>
            <pc:docMk/>
            <pc:sldMk cId="3742654448" sldId="316"/>
            <ac:spMk id="2" creationId="{C4567219-5AB0-AA17-AE06-D5F5DAE5A034}"/>
          </ac:spMkLst>
        </pc:spChg>
        <pc:spChg chg="mod">
          <ac:chgData name="Gastbenutzer" userId="" providerId="Windows Live" clId="Web-{9E931BAE-9195-3B13-0894-67BA526A7E4B}" dt="2026-01-13T11:07:42.113" v="204" actId="20577"/>
          <ac:spMkLst>
            <pc:docMk/>
            <pc:sldMk cId="3742654448" sldId="316"/>
            <ac:spMk id="3" creationId="{8BE4C602-EE82-9014-FEAF-1AEC017944C3}"/>
          </ac:spMkLst>
        </pc:spChg>
      </pc:sldChg>
      <pc:sldChg chg="modSp ord">
        <pc:chgData name="Gastbenutzer" userId="" providerId="Windows Live" clId="Web-{9E931BAE-9195-3B13-0894-67BA526A7E4B}" dt="2026-01-13T11:13:01.759" v="267"/>
        <pc:sldMkLst>
          <pc:docMk/>
          <pc:sldMk cId="2305385398" sldId="317"/>
        </pc:sldMkLst>
        <pc:spChg chg="mod">
          <ac:chgData name="Gastbenutzer" userId="" providerId="Windows Live" clId="Web-{9E931BAE-9195-3B13-0894-67BA526A7E4B}" dt="2026-01-13T09:00:39.108" v="85" actId="20577"/>
          <ac:spMkLst>
            <pc:docMk/>
            <pc:sldMk cId="2305385398" sldId="317"/>
            <ac:spMk id="2" creationId="{2EF629D6-077A-DDF3-90A7-2DE69ED241FE}"/>
          </ac:spMkLst>
        </pc:spChg>
        <pc:spChg chg="mod">
          <ac:chgData name="Gastbenutzer" userId="" providerId="Windows Live" clId="Web-{9E931BAE-9195-3B13-0894-67BA526A7E4B}" dt="2026-01-13T11:13:01.759" v="267"/>
          <ac:spMkLst>
            <pc:docMk/>
            <pc:sldMk cId="2305385398" sldId="317"/>
            <ac:spMk id="3" creationId="{FFE62E46-B5E2-A38E-6AE1-19B1DCC54969}"/>
          </ac:spMkLst>
        </pc:spChg>
      </pc:sldChg>
      <pc:sldChg chg="modSp">
        <pc:chgData name="Gastbenutzer" userId="" providerId="Windows Live" clId="Web-{9E931BAE-9195-3B13-0894-67BA526A7E4B}" dt="2026-01-13T11:12:55.790" v="264"/>
        <pc:sldMkLst>
          <pc:docMk/>
          <pc:sldMk cId="2451269427" sldId="318"/>
        </pc:sldMkLst>
        <pc:spChg chg="mod">
          <ac:chgData name="Gastbenutzer" userId="" providerId="Windows Live" clId="Web-{9E931BAE-9195-3B13-0894-67BA526A7E4B}" dt="2026-01-13T09:00:44.155" v="86" actId="20577"/>
          <ac:spMkLst>
            <pc:docMk/>
            <pc:sldMk cId="2451269427" sldId="318"/>
            <ac:spMk id="2" creationId="{16F1C4B7-5FC1-AF4B-E16A-F570BA58AA9E}"/>
          </ac:spMkLst>
        </pc:spChg>
        <pc:spChg chg="mod">
          <ac:chgData name="Gastbenutzer" userId="" providerId="Windows Live" clId="Web-{9E931BAE-9195-3B13-0894-67BA526A7E4B}" dt="2026-01-13T11:12:55.790" v="264"/>
          <ac:spMkLst>
            <pc:docMk/>
            <pc:sldMk cId="2451269427" sldId="318"/>
            <ac:spMk id="3" creationId="{2BC452C7-DA26-63D0-0C23-26716A484A6C}"/>
          </ac:spMkLst>
        </pc:spChg>
      </pc:sldChg>
      <pc:sldChg chg="modSp">
        <pc:chgData name="Gastbenutzer" userId="" providerId="Windows Live" clId="Web-{9E931BAE-9195-3B13-0894-67BA526A7E4B}" dt="2026-01-13T11:02:23.475" v="128"/>
        <pc:sldMkLst>
          <pc:docMk/>
          <pc:sldMk cId="1364551062" sldId="319"/>
        </pc:sldMkLst>
        <pc:spChg chg="mod">
          <ac:chgData name="Gastbenutzer" userId="" providerId="Windows Live" clId="Web-{9E931BAE-9195-3B13-0894-67BA526A7E4B}" dt="2026-01-13T08:59:22.916" v="71" actId="20577"/>
          <ac:spMkLst>
            <pc:docMk/>
            <pc:sldMk cId="1364551062" sldId="319"/>
            <ac:spMk id="2" creationId="{7DB3B32F-3627-05F1-7AEA-69BFF2010A0A}"/>
          </ac:spMkLst>
        </pc:spChg>
        <pc:spChg chg="mod">
          <ac:chgData name="Gastbenutzer" userId="" providerId="Windows Live" clId="Web-{9E931BAE-9195-3B13-0894-67BA526A7E4B}" dt="2026-01-13T11:02:23.475" v="128"/>
          <ac:spMkLst>
            <pc:docMk/>
            <pc:sldMk cId="1364551062" sldId="319"/>
            <ac:spMk id="3" creationId="{E37C66F9-B64F-8A5E-A139-9224B4E1F54D}"/>
          </ac:spMkLst>
        </pc:spChg>
      </pc:sldChg>
      <pc:sldChg chg="modSp ord">
        <pc:chgData name="Gastbenutzer" userId="" providerId="Windows Live" clId="Web-{9E931BAE-9195-3B13-0894-67BA526A7E4B}" dt="2026-01-13T11:04:15.606" v="164"/>
        <pc:sldMkLst>
          <pc:docMk/>
          <pc:sldMk cId="3132756743" sldId="320"/>
        </pc:sldMkLst>
        <pc:spChg chg="mod">
          <ac:chgData name="Gastbenutzer" userId="" providerId="Windows Live" clId="Web-{9E931BAE-9195-3B13-0894-67BA526A7E4B}" dt="2026-01-13T09:01:28.501" v="95" actId="20577"/>
          <ac:spMkLst>
            <pc:docMk/>
            <pc:sldMk cId="3132756743" sldId="320"/>
            <ac:spMk id="2" creationId="{941CAB35-2FF2-2676-64E5-CF641C692ABF}"/>
          </ac:spMkLst>
        </pc:spChg>
        <pc:spChg chg="mod">
          <ac:chgData name="Gastbenutzer" userId="" providerId="Windows Live" clId="Web-{9E931BAE-9195-3B13-0894-67BA526A7E4B}" dt="2026-01-13T11:01:42.144" v="109"/>
          <ac:spMkLst>
            <pc:docMk/>
            <pc:sldMk cId="3132756743" sldId="320"/>
            <ac:spMk id="3" creationId="{C4454558-1381-F224-8483-FE6FB8AFFDA6}"/>
          </ac:spMkLst>
        </pc:spChg>
      </pc:sldChg>
      <pc:sldChg chg="modSp">
        <pc:chgData name="Gastbenutzer" userId="" providerId="Windows Live" clId="Web-{9E931BAE-9195-3B13-0894-67BA526A7E4B}" dt="2026-01-13T11:04:14.668" v="163" actId="20577"/>
        <pc:sldMkLst>
          <pc:docMk/>
          <pc:sldMk cId="3689922288" sldId="321"/>
        </pc:sldMkLst>
        <pc:spChg chg="mod">
          <ac:chgData name="Gastbenutzer" userId="" providerId="Windows Live" clId="Web-{9E931BAE-9195-3B13-0894-67BA526A7E4B}" dt="2026-01-13T09:01:33.813" v="96" actId="20577"/>
          <ac:spMkLst>
            <pc:docMk/>
            <pc:sldMk cId="3689922288" sldId="321"/>
            <ac:spMk id="2" creationId="{B92E9157-1CAD-B856-B859-3F0B8C0012D6}"/>
          </ac:spMkLst>
        </pc:spChg>
        <pc:spChg chg="mod">
          <ac:chgData name="Gastbenutzer" userId="" providerId="Windows Live" clId="Web-{9E931BAE-9195-3B13-0894-67BA526A7E4B}" dt="2026-01-13T11:04:14.668" v="163" actId="20577"/>
          <ac:spMkLst>
            <pc:docMk/>
            <pc:sldMk cId="3689922288" sldId="321"/>
            <ac:spMk id="3" creationId="{3827C73F-601A-BBE1-31AA-B409B3E063A9}"/>
          </ac:spMkLst>
        </pc:spChg>
      </pc:sldChg>
      <pc:sldChg chg="modSp">
        <pc:chgData name="Gastbenutzer" userId="" providerId="Windows Live" clId="Web-{9E931BAE-9195-3B13-0894-67BA526A7E4B}" dt="2026-01-13T11:03:59.730" v="158" actId="20577"/>
        <pc:sldMkLst>
          <pc:docMk/>
          <pc:sldMk cId="1556810719" sldId="322"/>
        </pc:sldMkLst>
        <pc:spChg chg="mod">
          <ac:chgData name="Gastbenutzer" userId="" providerId="Windows Live" clId="Web-{9E931BAE-9195-3B13-0894-67BA526A7E4B}" dt="2026-01-13T09:01:37.657" v="97" actId="20577"/>
          <ac:spMkLst>
            <pc:docMk/>
            <pc:sldMk cId="1556810719" sldId="322"/>
            <ac:spMk id="2" creationId="{90E82C7B-D621-A26A-7901-99959F7AF91F}"/>
          </ac:spMkLst>
        </pc:spChg>
        <pc:spChg chg="mod">
          <ac:chgData name="Gastbenutzer" userId="" providerId="Windows Live" clId="Web-{9E931BAE-9195-3B13-0894-67BA526A7E4B}" dt="2026-01-13T11:03:59.730" v="158" actId="20577"/>
          <ac:spMkLst>
            <pc:docMk/>
            <pc:sldMk cId="1556810719" sldId="322"/>
            <ac:spMk id="3" creationId="{A1BDC9D1-E910-7FCF-9D96-BA5AC5A6673C}"/>
          </ac:spMkLst>
        </pc:spChg>
      </pc:sldChg>
      <pc:sldChg chg="modSp">
        <pc:chgData name="Gastbenutzer" userId="" providerId="Windows Live" clId="Web-{9E931BAE-9195-3B13-0894-67BA526A7E4B}" dt="2026-01-13T08:58:33.693" v="64" actId="20577"/>
        <pc:sldMkLst>
          <pc:docMk/>
          <pc:sldMk cId="2070399087" sldId="323"/>
        </pc:sldMkLst>
        <pc:spChg chg="mod">
          <ac:chgData name="Gastbenutzer" userId="" providerId="Windows Live" clId="Web-{9E931BAE-9195-3B13-0894-67BA526A7E4B}" dt="2026-01-13T08:58:33.693" v="64" actId="20577"/>
          <ac:spMkLst>
            <pc:docMk/>
            <pc:sldMk cId="2070399087" sldId="323"/>
            <ac:spMk id="2" creationId="{5F943495-AEC3-D1E1-0484-509EC6F6C7AA}"/>
          </ac:spMkLst>
        </pc:spChg>
        <pc:spChg chg="mod">
          <ac:chgData name="Gastbenutzer" userId="" providerId="Windows Live" clId="Web-{9E931BAE-9195-3B13-0894-67BA526A7E4B}" dt="2026-01-13T08:57:19.682" v="63" actId="1076"/>
          <ac:spMkLst>
            <pc:docMk/>
            <pc:sldMk cId="2070399087" sldId="323"/>
            <ac:spMk id="3" creationId="{58086672-C0BE-BBFC-4CC2-7D5DB59CDDA0}"/>
          </ac:spMkLst>
        </pc:spChg>
      </pc:sldChg>
    </pc:docChg>
  </pc:docChgLst>
  <pc:docChgLst>
    <pc:chgData name="Gastbenutzer" providerId="Windows Live" clId="Web-{2BABE8D3-59AB-0B3B-1FF2-C99413F23E7A}"/>
    <pc:docChg chg="addSld modSection">
      <pc:chgData name="Gastbenutzer" userId="" providerId="Windows Live" clId="Web-{2BABE8D3-59AB-0B3B-1FF2-C99413F23E7A}" dt="2026-01-09T10:51:01.797" v="6"/>
      <pc:docMkLst>
        <pc:docMk/>
      </pc:docMkLst>
      <pc:sldChg chg="new">
        <pc:chgData name="Gastbenutzer" userId="" providerId="Windows Live" clId="Web-{2BABE8D3-59AB-0B3B-1FF2-C99413F23E7A}" dt="2026-01-09T10:51:01.797" v="6"/>
        <pc:sldMkLst>
          <pc:docMk/>
          <pc:sldMk cId="428616275" sldId="259"/>
        </pc:sldMkLst>
      </pc:sldChg>
    </pc:docChg>
  </pc:docChgLst>
  <pc:docChgLst>
    <pc:chgData name="Gastbenutzer" providerId="Windows Live" clId="Web-{261DBE56-DB66-B824-C014-9BDD29D49B6D}"/>
    <pc:docChg chg="addSld delSld modSld delSection modSection">
      <pc:chgData name="Gastbenutzer" userId="" providerId="Windows Live" clId="Web-{261DBE56-DB66-B824-C014-9BDD29D49B6D}" dt="2026-01-11T13:54:44.164" v="300"/>
      <pc:docMkLst>
        <pc:docMk/>
      </pc:docMkLst>
      <pc:sldChg chg="modSp add del">
        <pc:chgData name="Gastbenutzer" userId="" providerId="Windows Live" clId="Web-{261DBE56-DB66-B824-C014-9BDD29D49B6D}" dt="2026-01-11T13:52:41.409" v="281"/>
        <pc:sldMkLst>
          <pc:docMk/>
          <pc:sldMk cId="3492619676" sldId="264"/>
        </pc:sldMkLst>
        <pc:spChg chg="mod">
          <ac:chgData name="Gastbenutzer" userId="" providerId="Windows Live" clId="Web-{261DBE56-DB66-B824-C014-9BDD29D49B6D}" dt="2026-01-11T13:32:34.779" v="20" actId="20577"/>
          <ac:spMkLst>
            <pc:docMk/>
            <pc:sldMk cId="3492619676" sldId="264"/>
            <ac:spMk id="2" creationId="{4C22BC85-068B-5573-7ED0-E1FCE2BBA6FB}"/>
          </ac:spMkLst>
        </pc:spChg>
        <pc:spChg chg="mod">
          <ac:chgData name="Gastbenutzer" userId="" providerId="Windows Live" clId="Web-{261DBE56-DB66-B824-C014-9BDD29D49B6D}" dt="2026-01-11T13:38:29.813" v="235" actId="20577"/>
          <ac:spMkLst>
            <pc:docMk/>
            <pc:sldMk cId="3492619676" sldId="264"/>
            <ac:spMk id="3" creationId="{7FCA3CBB-8E17-0FD9-772E-4C7B9C9BFE16}"/>
          </ac:spMkLst>
        </pc:spChg>
      </pc:sldChg>
      <pc:sldChg chg="modSp add del replId">
        <pc:chgData name="Gastbenutzer" userId="" providerId="Windows Live" clId="Web-{261DBE56-DB66-B824-C014-9BDD29D49B6D}" dt="2026-01-11T13:52:41.425" v="282"/>
        <pc:sldMkLst>
          <pc:docMk/>
          <pc:sldMk cId="1338443796" sldId="301"/>
        </pc:sldMkLst>
        <pc:spChg chg="mod">
          <ac:chgData name="Gastbenutzer" userId="" providerId="Windows Live" clId="Web-{261DBE56-DB66-B824-C014-9BDD29D49B6D}" dt="2026-01-11T13:39:33.813" v="240" actId="20577"/>
          <ac:spMkLst>
            <pc:docMk/>
            <pc:sldMk cId="1338443796" sldId="301"/>
            <ac:spMk id="2" creationId="{79D6883E-744A-3FB3-F45B-DB44F2D65F51}"/>
          </ac:spMkLst>
        </pc:spChg>
        <pc:spChg chg="mod">
          <ac:chgData name="Gastbenutzer" userId="" providerId="Windows Live" clId="Web-{261DBE56-DB66-B824-C014-9BDD29D49B6D}" dt="2026-01-11T13:48:37.109" v="270" actId="20577"/>
          <ac:spMkLst>
            <pc:docMk/>
            <pc:sldMk cId="1338443796" sldId="301"/>
            <ac:spMk id="3" creationId="{CB363610-4CD8-1206-21DF-ABBABBF28C3C}"/>
          </ac:spMkLst>
        </pc:spChg>
      </pc:sldChg>
      <pc:sldChg chg="modSp add del replId">
        <pc:chgData name="Gastbenutzer" userId="" providerId="Windows Live" clId="Web-{261DBE56-DB66-B824-C014-9BDD29D49B6D}" dt="2026-01-11T13:52:41.441" v="283"/>
        <pc:sldMkLst>
          <pc:docMk/>
          <pc:sldMk cId="955406785" sldId="302"/>
        </pc:sldMkLst>
        <pc:spChg chg="mod">
          <ac:chgData name="Gastbenutzer" userId="" providerId="Windows Live" clId="Web-{261DBE56-DB66-B824-C014-9BDD29D49B6D}" dt="2026-01-11T13:42:39.893" v="261" actId="20577"/>
          <ac:spMkLst>
            <pc:docMk/>
            <pc:sldMk cId="955406785" sldId="302"/>
            <ac:spMk id="2" creationId="{B6130E1D-DA45-BF6E-5A6E-6059C55405AA}"/>
          </ac:spMkLst>
        </pc:spChg>
      </pc:sldChg>
      <pc:sldChg chg="modSp add del replId">
        <pc:chgData name="Gastbenutzer" userId="" providerId="Windows Live" clId="Web-{261DBE56-DB66-B824-C014-9BDD29D49B6D}" dt="2026-01-11T13:52:41.456" v="284"/>
        <pc:sldMkLst>
          <pc:docMk/>
          <pc:sldMk cId="3278990453" sldId="309"/>
        </pc:sldMkLst>
        <pc:spChg chg="mod">
          <ac:chgData name="Gastbenutzer" userId="" providerId="Windows Live" clId="Web-{261DBE56-DB66-B824-C014-9BDD29D49B6D}" dt="2026-01-11T13:42:07.033" v="258" actId="20577"/>
          <ac:spMkLst>
            <pc:docMk/>
            <pc:sldMk cId="3278990453" sldId="309"/>
            <ac:spMk id="2" creationId="{3A8C144D-F6C5-4D65-32E6-D6E36DA18F91}"/>
          </ac:spMkLst>
        </pc:spChg>
      </pc:sldChg>
      <pc:sldChg chg="modSp add del replId">
        <pc:chgData name="Gastbenutzer" userId="" providerId="Windows Live" clId="Web-{261DBE56-DB66-B824-C014-9BDD29D49B6D}" dt="2026-01-11T13:52:41.472" v="285"/>
        <pc:sldMkLst>
          <pc:docMk/>
          <pc:sldMk cId="2089140086" sldId="310"/>
        </pc:sldMkLst>
        <pc:spChg chg="mod">
          <ac:chgData name="Gastbenutzer" userId="" providerId="Windows Live" clId="Web-{261DBE56-DB66-B824-C014-9BDD29D49B6D}" dt="2026-01-11T13:44:18.534" v="267" actId="20577"/>
          <ac:spMkLst>
            <pc:docMk/>
            <pc:sldMk cId="2089140086" sldId="310"/>
            <ac:spMk id="2" creationId="{5CBCC10E-B4B1-5E31-3635-D643CBB83636}"/>
          </ac:spMkLst>
        </pc:spChg>
      </pc:sldChg>
    </pc:docChg>
  </pc:docChgLst>
  <pc:docChgLst>
    <pc:chgData name="Gastbenutzer" providerId="Windows Live" clId="Web-{C18F0615-006E-A36D-7223-43C8BA1E62BB}"/>
    <pc:docChg chg="modSld sldOrd modSection">
      <pc:chgData name="Gastbenutzer" userId="" providerId="Windows Live" clId="Web-{C18F0615-006E-A36D-7223-43C8BA1E62BB}" dt="2026-01-11T18:53:17.479" v="232"/>
      <pc:docMkLst>
        <pc:docMk/>
      </pc:docMkLst>
      <pc:sldChg chg="modSp ord">
        <pc:chgData name="Gastbenutzer" userId="" providerId="Windows Live" clId="Web-{C18F0615-006E-A36D-7223-43C8BA1E62BB}" dt="2026-01-11T18:53:17.479" v="232"/>
        <pc:sldMkLst>
          <pc:docMk/>
          <pc:sldMk cId="428616275" sldId="259"/>
        </pc:sldMkLst>
        <pc:spChg chg="mod">
          <ac:chgData name="Gastbenutzer" userId="" providerId="Windows Live" clId="Web-{C18F0615-006E-A36D-7223-43C8BA1E62BB}" dt="2026-01-11T14:29:28.689" v="70"/>
          <ac:spMkLst>
            <pc:docMk/>
            <pc:sldMk cId="428616275" sldId="259"/>
            <ac:spMk id="2" creationId="{744275A1-9C34-8047-FB84-BD60DA65E8D9}"/>
          </ac:spMkLst>
        </pc:spChg>
        <pc:spChg chg="mod">
          <ac:chgData name="Gastbenutzer" userId="" providerId="Windows Live" clId="Web-{C18F0615-006E-A36D-7223-43C8BA1E62BB}" dt="2026-01-11T18:53:17.479" v="232"/>
          <ac:spMkLst>
            <pc:docMk/>
            <pc:sldMk cId="428616275" sldId="259"/>
            <ac:spMk id="3" creationId="{122BEBF8-A51C-C432-15A9-A8097F80D6AE}"/>
          </ac:spMkLst>
        </pc:spChg>
      </pc:sldChg>
      <pc:sldChg chg="modSp ord">
        <pc:chgData name="Gastbenutzer" userId="" providerId="Windows Live" clId="Web-{C18F0615-006E-A36D-7223-43C8BA1E62BB}" dt="2026-01-11T18:50:31.052" v="184"/>
        <pc:sldMkLst>
          <pc:docMk/>
          <pc:sldMk cId="3728183818" sldId="266"/>
        </pc:sldMkLst>
        <pc:spChg chg="mod">
          <ac:chgData name="Gastbenutzer" userId="" providerId="Windows Live" clId="Web-{C18F0615-006E-A36D-7223-43C8BA1E62BB}" dt="2026-01-11T14:35:40.168" v="147" actId="20577"/>
          <ac:spMkLst>
            <pc:docMk/>
            <pc:sldMk cId="3728183818" sldId="266"/>
            <ac:spMk id="2" creationId="{88982142-8C73-0574-1EFD-4910AA6BDC2F}"/>
          </ac:spMkLst>
        </pc:spChg>
        <pc:spChg chg="mod">
          <ac:chgData name="Gastbenutzer" userId="" providerId="Windows Live" clId="Web-{C18F0615-006E-A36D-7223-43C8BA1E62BB}" dt="2026-01-11T18:50:31.052" v="184"/>
          <ac:spMkLst>
            <pc:docMk/>
            <pc:sldMk cId="3728183818" sldId="266"/>
            <ac:spMk id="3" creationId="{EA635F1B-A6ED-9ECE-12E3-D028CFE2C95E}"/>
          </ac:spMkLst>
        </pc:spChg>
      </pc:sldChg>
      <pc:sldChg chg="modSp ord">
        <pc:chgData name="Gastbenutzer" userId="" providerId="Windows Live" clId="Web-{C18F0615-006E-A36D-7223-43C8BA1E62BB}" dt="2026-01-11T18:52:25.728" v="207"/>
        <pc:sldMkLst>
          <pc:docMk/>
          <pc:sldMk cId="2623903719" sldId="267"/>
        </pc:sldMkLst>
        <pc:spChg chg="mod">
          <ac:chgData name="Gastbenutzer" userId="" providerId="Windows Live" clId="Web-{C18F0615-006E-A36D-7223-43C8BA1E62BB}" dt="2026-01-11T14:34:13.042" v="113" actId="20577"/>
          <ac:spMkLst>
            <pc:docMk/>
            <pc:sldMk cId="2623903719" sldId="267"/>
            <ac:spMk id="2" creationId="{AB3B0C7F-5C86-C35A-2FE5-83D2CC2FC8DD}"/>
          </ac:spMkLst>
        </pc:spChg>
        <pc:spChg chg="mod">
          <ac:chgData name="Gastbenutzer" userId="" providerId="Windows Live" clId="Web-{C18F0615-006E-A36D-7223-43C8BA1E62BB}" dt="2026-01-11T18:52:25.728" v="207"/>
          <ac:spMkLst>
            <pc:docMk/>
            <pc:sldMk cId="2623903719" sldId="267"/>
            <ac:spMk id="3" creationId="{4AA577EB-B25B-A41B-40E8-F684389AE404}"/>
          </ac:spMkLst>
        </pc:spChg>
      </pc:sldChg>
      <pc:sldChg chg="modSp ord">
        <pc:chgData name="Gastbenutzer" userId="" providerId="Windows Live" clId="Web-{C18F0615-006E-A36D-7223-43C8BA1E62BB}" dt="2026-01-11T18:52:18.634" v="204"/>
        <pc:sldMkLst>
          <pc:docMk/>
          <pc:sldMk cId="2568732392" sldId="268"/>
        </pc:sldMkLst>
        <pc:spChg chg="mod">
          <ac:chgData name="Gastbenutzer" userId="" providerId="Windows Live" clId="Web-{C18F0615-006E-A36D-7223-43C8BA1E62BB}" dt="2026-01-11T14:34:15.901" v="115" actId="20577"/>
          <ac:spMkLst>
            <pc:docMk/>
            <pc:sldMk cId="2568732392" sldId="268"/>
            <ac:spMk id="2" creationId="{BCA1A3CD-BCA4-116F-8485-6C354AEA68CB}"/>
          </ac:spMkLst>
        </pc:spChg>
        <pc:spChg chg="mod">
          <ac:chgData name="Gastbenutzer" userId="" providerId="Windows Live" clId="Web-{C18F0615-006E-A36D-7223-43C8BA1E62BB}" dt="2026-01-11T18:52:18.634" v="204"/>
          <ac:spMkLst>
            <pc:docMk/>
            <pc:sldMk cId="2568732392" sldId="268"/>
            <ac:spMk id="3" creationId="{A01DFD8D-2EBC-532B-14FB-49A730B4E015}"/>
          </ac:spMkLst>
        </pc:spChg>
      </pc:sldChg>
      <pc:sldChg chg="modSp ord">
        <pc:chgData name="Gastbenutzer" userId="" providerId="Windows Live" clId="Web-{C18F0615-006E-A36D-7223-43C8BA1E62BB}" dt="2026-01-11T18:50:59.272" v="198"/>
        <pc:sldMkLst>
          <pc:docMk/>
          <pc:sldMk cId="1137188321" sldId="273"/>
        </pc:sldMkLst>
        <pc:spChg chg="mod">
          <ac:chgData name="Gastbenutzer" userId="" providerId="Windows Live" clId="Web-{C18F0615-006E-A36D-7223-43C8BA1E62BB}" dt="2026-01-11T14:35:33.496" v="141" actId="20577"/>
          <ac:spMkLst>
            <pc:docMk/>
            <pc:sldMk cId="1137188321" sldId="273"/>
            <ac:spMk id="2" creationId="{6262ECC5-DF3B-CD8E-6061-0D4D6820B918}"/>
          </ac:spMkLst>
        </pc:spChg>
        <pc:spChg chg="mod">
          <ac:chgData name="Gastbenutzer" userId="" providerId="Windows Live" clId="Web-{C18F0615-006E-A36D-7223-43C8BA1E62BB}" dt="2026-01-11T18:50:59.272" v="198"/>
          <ac:spMkLst>
            <pc:docMk/>
            <pc:sldMk cId="1137188321" sldId="273"/>
            <ac:spMk id="3" creationId="{EE78B9D1-30A4-7C74-C59C-8AE4C35F0127}"/>
          </ac:spMkLst>
        </pc:spChg>
      </pc:sldChg>
      <pc:sldChg chg="modSp ord">
        <pc:chgData name="Gastbenutzer" userId="" providerId="Windows Live" clId="Web-{C18F0615-006E-A36D-7223-43C8BA1E62BB}" dt="2026-01-11T18:52:04.680" v="203"/>
        <pc:sldMkLst>
          <pc:docMk/>
          <pc:sldMk cId="2925966743" sldId="274"/>
        </pc:sldMkLst>
        <pc:spChg chg="mod">
          <ac:chgData name="Gastbenutzer" userId="" providerId="Windows Live" clId="Web-{C18F0615-006E-A36D-7223-43C8BA1E62BB}" dt="2026-01-11T14:35:29.949" v="138" actId="20577"/>
          <ac:spMkLst>
            <pc:docMk/>
            <pc:sldMk cId="2925966743" sldId="274"/>
            <ac:spMk id="2" creationId="{5D50D56C-1868-FD34-F4B4-CE86D6B0DF37}"/>
          </ac:spMkLst>
        </pc:spChg>
        <pc:spChg chg="mod">
          <ac:chgData name="Gastbenutzer" userId="" providerId="Windows Live" clId="Web-{C18F0615-006E-A36D-7223-43C8BA1E62BB}" dt="2026-01-11T18:52:04.680" v="203"/>
          <ac:spMkLst>
            <pc:docMk/>
            <pc:sldMk cId="2925966743" sldId="274"/>
            <ac:spMk id="3" creationId="{62DF8343-00B2-51F2-E453-DCF29752B204}"/>
          </ac:spMkLst>
        </pc:spChg>
      </pc:sldChg>
      <pc:sldChg chg="modSp">
        <pc:chgData name="Gastbenutzer" userId="" providerId="Windows Live" clId="Web-{C18F0615-006E-A36D-7223-43C8BA1E62BB}" dt="2026-01-11T18:53:08.338" v="230"/>
        <pc:sldMkLst>
          <pc:docMk/>
          <pc:sldMk cId="2414079197" sldId="275"/>
        </pc:sldMkLst>
        <pc:spChg chg="mod">
          <ac:chgData name="Gastbenutzer" userId="" providerId="Windows Live" clId="Web-{C18F0615-006E-A36D-7223-43C8BA1E62BB}" dt="2026-01-11T14:29:41.987" v="72" actId="20577"/>
          <ac:spMkLst>
            <pc:docMk/>
            <pc:sldMk cId="2414079197" sldId="275"/>
            <ac:spMk id="2" creationId="{7AE0B754-6517-9C11-0235-3CC05C45DDBF}"/>
          </ac:spMkLst>
        </pc:spChg>
        <pc:spChg chg="mod">
          <ac:chgData name="Gastbenutzer" userId="" providerId="Windows Live" clId="Web-{C18F0615-006E-A36D-7223-43C8BA1E62BB}" dt="2026-01-11T18:53:08.338" v="230"/>
          <ac:spMkLst>
            <pc:docMk/>
            <pc:sldMk cId="2414079197" sldId="275"/>
            <ac:spMk id="3" creationId="{BC7E84B4-F9EC-49C2-D191-C55CBC8C30A5}"/>
          </ac:spMkLst>
        </pc:spChg>
      </pc:sldChg>
      <pc:sldChg chg="modSp ord">
        <pc:chgData name="Gastbenutzer" userId="" providerId="Windows Live" clId="Web-{C18F0615-006E-A36D-7223-43C8BA1E62BB}" dt="2026-01-11T18:52:45.181" v="213"/>
        <pc:sldMkLst>
          <pc:docMk/>
          <pc:sldMk cId="2303466740" sldId="276"/>
        </pc:sldMkLst>
        <pc:spChg chg="mod">
          <ac:chgData name="Gastbenutzer" userId="" providerId="Windows Live" clId="Web-{C18F0615-006E-A36D-7223-43C8BA1E62BB}" dt="2026-01-11T14:32:46.914" v="91" actId="20577"/>
          <ac:spMkLst>
            <pc:docMk/>
            <pc:sldMk cId="2303466740" sldId="276"/>
            <ac:spMk id="2" creationId="{66B2166D-EF54-6C4B-7102-64AC410F8E4A}"/>
          </ac:spMkLst>
        </pc:spChg>
        <pc:spChg chg="mod">
          <ac:chgData name="Gastbenutzer" userId="" providerId="Windows Live" clId="Web-{C18F0615-006E-A36D-7223-43C8BA1E62BB}" dt="2026-01-11T18:52:45.181" v="213"/>
          <ac:spMkLst>
            <pc:docMk/>
            <pc:sldMk cId="2303466740" sldId="276"/>
            <ac:spMk id="3" creationId="{CB4206FD-F00A-A464-DFBD-D0C0FEF454A2}"/>
          </ac:spMkLst>
        </pc:spChg>
      </pc:sldChg>
      <pc:sldChg chg="modSp">
        <pc:chgData name="Gastbenutzer" userId="" providerId="Windows Live" clId="Web-{C18F0615-006E-A36D-7223-43C8BA1E62BB}" dt="2026-01-11T18:53:02.276" v="227"/>
        <pc:sldMkLst>
          <pc:docMk/>
          <pc:sldMk cId="1001550339" sldId="277"/>
        </pc:sldMkLst>
        <pc:spChg chg="mod">
          <ac:chgData name="Gastbenutzer" userId="" providerId="Windows Live" clId="Web-{C18F0615-006E-A36D-7223-43C8BA1E62BB}" dt="2026-01-11T14:33:43.556" v="104" actId="20577"/>
          <ac:spMkLst>
            <pc:docMk/>
            <pc:sldMk cId="1001550339" sldId="277"/>
            <ac:spMk id="2" creationId="{F3A5892D-AF1F-8DC8-0387-FC847587C0F4}"/>
          </ac:spMkLst>
        </pc:spChg>
        <pc:spChg chg="mod">
          <ac:chgData name="Gastbenutzer" userId="" providerId="Windows Live" clId="Web-{C18F0615-006E-A36D-7223-43C8BA1E62BB}" dt="2026-01-11T18:53:02.276" v="227"/>
          <ac:spMkLst>
            <pc:docMk/>
            <pc:sldMk cId="1001550339" sldId="277"/>
            <ac:spMk id="3" creationId="{05787772-A202-3810-208C-89897D8EA0E0}"/>
          </ac:spMkLst>
        </pc:spChg>
      </pc:sldChg>
      <pc:sldChg chg="modSp ord">
        <pc:chgData name="Gastbenutzer" userId="" providerId="Windows Live" clId="Web-{C18F0615-006E-A36D-7223-43C8BA1E62BB}" dt="2026-01-11T18:52:30.384" v="210"/>
        <pc:sldMkLst>
          <pc:docMk/>
          <pc:sldMk cId="4129494963" sldId="279"/>
        </pc:sldMkLst>
        <pc:spChg chg="mod">
          <ac:chgData name="Gastbenutzer" userId="" providerId="Windows Live" clId="Web-{C18F0615-006E-A36D-7223-43C8BA1E62BB}" dt="2026-01-11T14:34:09.979" v="111" actId="20577"/>
          <ac:spMkLst>
            <pc:docMk/>
            <pc:sldMk cId="4129494963" sldId="279"/>
            <ac:spMk id="2" creationId="{3BDAA3F2-4FA0-5C48-6F99-E930373D8F45}"/>
          </ac:spMkLst>
        </pc:spChg>
        <pc:spChg chg="mod">
          <ac:chgData name="Gastbenutzer" userId="" providerId="Windows Live" clId="Web-{C18F0615-006E-A36D-7223-43C8BA1E62BB}" dt="2026-01-11T18:52:30.384" v="210"/>
          <ac:spMkLst>
            <pc:docMk/>
            <pc:sldMk cId="4129494963" sldId="279"/>
            <ac:spMk id="3" creationId="{F8D57E53-A9A4-CDDB-6433-C3EEE94CFC09}"/>
          </ac:spMkLst>
        </pc:spChg>
      </pc:sldChg>
      <pc:sldChg chg="modSp ord">
        <pc:chgData name="Gastbenutzer" userId="" providerId="Windows Live" clId="Web-{C18F0615-006E-A36D-7223-43C8BA1E62BB}" dt="2026-01-11T18:52:57.104" v="225"/>
        <pc:sldMkLst>
          <pc:docMk/>
          <pc:sldMk cId="424162126" sldId="280"/>
        </pc:sldMkLst>
        <pc:spChg chg="mod">
          <ac:chgData name="Gastbenutzer" userId="" providerId="Windows Live" clId="Web-{C18F0615-006E-A36D-7223-43C8BA1E62BB}" dt="2026-01-11T14:32:34.789" v="88" actId="20577"/>
          <ac:spMkLst>
            <pc:docMk/>
            <pc:sldMk cId="424162126" sldId="280"/>
            <ac:spMk id="2" creationId="{6C715CAC-D01F-6B72-74AD-9E078BEE5DB1}"/>
          </ac:spMkLst>
        </pc:spChg>
        <pc:spChg chg="mod">
          <ac:chgData name="Gastbenutzer" userId="" providerId="Windows Live" clId="Web-{C18F0615-006E-A36D-7223-43C8BA1E62BB}" dt="2026-01-11T18:52:57.104" v="225"/>
          <ac:spMkLst>
            <pc:docMk/>
            <pc:sldMk cId="424162126" sldId="280"/>
            <ac:spMk id="3" creationId="{7761C439-8658-7089-C039-C5652B0C01EB}"/>
          </ac:spMkLst>
        </pc:spChg>
      </pc:sldChg>
      <pc:sldChg chg="modSp ord">
        <pc:chgData name="Gastbenutzer" userId="" providerId="Windows Live" clId="Web-{C18F0615-006E-A36D-7223-43C8BA1E62BB}" dt="2026-01-11T14:31:12.005" v="78"/>
        <pc:sldMkLst>
          <pc:docMk/>
          <pc:sldMk cId="3580760417" sldId="281"/>
        </pc:sldMkLst>
        <pc:spChg chg="mod">
          <ac:chgData name="Gastbenutzer" userId="" providerId="Windows Live" clId="Web-{C18F0615-006E-A36D-7223-43C8BA1E62BB}" dt="2026-01-11T14:31:12.005" v="78"/>
          <ac:spMkLst>
            <pc:docMk/>
            <pc:sldMk cId="3580760417" sldId="281"/>
            <ac:spMk id="2" creationId="{639A1B20-E845-B3C0-C5CD-C300A776DE35}"/>
          </ac:spMkLst>
        </pc:spChg>
      </pc:sldChg>
      <pc:sldChg chg="modSp ord">
        <pc:chgData name="Gastbenutzer" userId="" providerId="Windows Live" clId="Web-{C18F0615-006E-A36D-7223-43C8BA1E62BB}" dt="2026-01-11T18:51:56.805" v="201"/>
        <pc:sldMkLst>
          <pc:docMk/>
          <pc:sldMk cId="4290269208" sldId="282"/>
        </pc:sldMkLst>
        <pc:spChg chg="mod">
          <ac:chgData name="Gastbenutzer" userId="" providerId="Windows Live" clId="Web-{C18F0615-006E-A36D-7223-43C8BA1E62BB}" dt="2026-01-11T14:35:26.059" v="136" actId="20577"/>
          <ac:spMkLst>
            <pc:docMk/>
            <pc:sldMk cId="4290269208" sldId="282"/>
            <ac:spMk id="2" creationId="{120FBE83-5B4B-B1B0-3CDE-95452DA7CE9E}"/>
          </ac:spMkLst>
        </pc:spChg>
        <pc:spChg chg="mod">
          <ac:chgData name="Gastbenutzer" userId="" providerId="Windows Live" clId="Web-{C18F0615-006E-A36D-7223-43C8BA1E62BB}" dt="2026-01-11T18:51:56.805" v="201"/>
          <ac:spMkLst>
            <pc:docMk/>
            <pc:sldMk cId="4290269208" sldId="282"/>
            <ac:spMk id="3" creationId="{223E7231-FBD1-7A30-B0EB-9DFEE0539BDD}"/>
          </ac:spMkLst>
        </pc:spChg>
      </pc:sldChg>
      <pc:sldChg chg="ord">
        <pc:chgData name="Gastbenutzer" userId="" providerId="Windows Live" clId="Web-{C18F0615-006E-A36D-7223-43C8BA1E62BB}" dt="2026-01-11T14:21:02.080" v="20"/>
        <pc:sldMkLst>
          <pc:docMk/>
          <pc:sldMk cId="955406785" sldId="302"/>
        </pc:sldMkLst>
      </pc:sldChg>
      <pc:sldChg chg="ord">
        <pc:chgData name="Gastbenutzer" userId="" providerId="Windows Live" clId="Web-{C18F0615-006E-A36D-7223-43C8BA1E62BB}" dt="2026-01-11T14:20:47.158" v="18"/>
        <pc:sldMkLst>
          <pc:docMk/>
          <pc:sldMk cId="3278990453" sldId="309"/>
        </pc:sldMkLst>
      </pc:sldChg>
      <pc:sldChg chg="ord">
        <pc:chgData name="Gastbenutzer" userId="" providerId="Windows Live" clId="Web-{C18F0615-006E-A36D-7223-43C8BA1E62BB}" dt="2026-01-11T14:00:21.875" v="11"/>
        <pc:sldMkLst>
          <pc:docMk/>
          <pc:sldMk cId="3246659613" sldId="312"/>
        </pc:sldMkLst>
      </pc:sldChg>
      <pc:sldChg chg="modSp">
        <pc:chgData name="Gastbenutzer" userId="" providerId="Windows Live" clId="Web-{C18F0615-006E-A36D-7223-43C8BA1E62BB}" dt="2026-01-11T18:49:55.769" v="180" actId="20577"/>
        <pc:sldMkLst>
          <pc:docMk/>
          <pc:sldMk cId="927774359" sldId="314"/>
        </pc:sldMkLst>
        <pc:spChg chg="mod">
          <ac:chgData name="Gastbenutzer" userId="" providerId="Windows Live" clId="Web-{C18F0615-006E-A36D-7223-43C8BA1E62BB}" dt="2026-01-11T18:49:55.769" v="180" actId="20577"/>
          <ac:spMkLst>
            <pc:docMk/>
            <pc:sldMk cId="927774359" sldId="314"/>
            <ac:spMk id="3" creationId="{DC220311-5CE5-AD7D-D549-FE41D8DC7CB5}"/>
          </ac:spMkLst>
        </pc:spChg>
      </pc:sldChg>
    </pc:docChg>
  </pc:docChgLst>
  <pc:docChgLst>
    <pc:chgData name="Gastbenutzer" providerId="Windows Live" clId="Web-{05FB2347-8673-C46C-B21E-B564E22931B9}"/>
    <pc:docChg chg="delSld modSld sldOrd modSection">
      <pc:chgData name="Gastbenutzer" userId="" providerId="Windows Live" clId="Web-{05FB2347-8673-C46C-B21E-B564E22931B9}" dt="2026-01-11T12:17:46.493" v="7"/>
      <pc:docMkLst>
        <pc:docMk/>
      </pc:docMkLst>
    </pc:docChg>
  </pc:docChgLst>
  <pc:docChgLst>
    <pc:chgData name="Gastbenutzer" providerId="Windows Live" clId="Web-{AA59401A-F1AF-E4AA-AC29-0D236FDDFCEB}"/>
    <pc:docChg chg="addSld delSld modSld sldOrd modMainMaster modSection">
      <pc:chgData name="Gastbenutzer" userId="" providerId="Windows Live" clId="Web-{AA59401A-F1AF-E4AA-AC29-0D236FDDFCEB}" dt="2026-01-10T00:28:07.997" v="1898" actId="20577"/>
      <pc:docMkLst>
        <pc:docMk/>
      </pc:docMkLst>
      <pc:sldChg chg="addSp modSp">
        <pc:chgData name="Gastbenutzer" userId="" providerId="Windows Live" clId="Web-{AA59401A-F1AF-E4AA-AC29-0D236FDDFCEB}" dt="2026-01-09T23:42:32.382" v="840"/>
        <pc:sldMkLst>
          <pc:docMk/>
          <pc:sldMk cId="1625236769" sldId="258"/>
        </pc:sldMkLst>
      </pc:sldChg>
      <pc:sldChg chg="addSp modSp ord">
        <pc:chgData name="Gastbenutzer" userId="" providerId="Windows Live" clId="Web-{AA59401A-F1AF-E4AA-AC29-0D236FDDFCEB}" dt="2026-01-10T00:06:34.078" v="1400" actId="20577"/>
        <pc:sldMkLst>
          <pc:docMk/>
          <pc:sldMk cId="428616275" sldId="259"/>
        </pc:sldMkLst>
        <pc:spChg chg="mod">
          <ac:chgData name="Gastbenutzer" userId="" providerId="Windows Live" clId="Web-{AA59401A-F1AF-E4AA-AC29-0D236FDDFCEB}" dt="2026-01-10T00:02:34.537" v="1261" actId="20577"/>
          <ac:spMkLst>
            <pc:docMk/>
            <pc:sldMk cId="428616275" sldId="259"/>
            <ac:spMk id="2" creationId="{744275A1-9C34-8047-FB84-BD60DA65E8D9}"/>
          </ac:spMkLst>
        </pc:spChg>
        <pc:spChg chg="mod">
          <ac:chgData name="Gastbenutzer" userId="" providerId="Windows Live" clId="Web-{AA59401A-F1AF-E4AA-AC29-0D236FDDFCEB}" dt="2026-01-10T00:06:34.078" v="1400" actId="20577"/>
          <ac:spMkLst>
            <pc:docMk/>
            <pc:sldMk cId="428616275" sldId="259"/>
            <ac:spMk id="3" creationId="{122BEBF8-A51C-C432-15A9-A8097F80D6AE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428616275" sldId="259"/>
            <ac:spMk id="4" creationId="{8512CF14-B267-CD3A-12B1-029A5DBE1262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428616275" sldId="259"/>
            <ac:spMk id="5" creationId="{BF88D0F0-49BB-B939-5FE6-3494413F01AD}"/>
          </ac:spMkLst>
        </pc:spChg>
      </pc:sldChg>
      <pc:sldChg chg="addSp modSp new ord">
        <pc:chgData name="Gastbenutzer" userId="" providerId="Windows Live" clId="Web-{AA59401A-F1AF-E4AA-AC29-0D236FDDFCEB}" dt="2026-01-09T23:42:32.382" v="840"/>
        <pc:sldMkLst>
          <pc:docMk/>
          <pc:sldMk cId="3492619676" sldId="264"/>
        </pc:sldMkLst>
        <pc:spChg chg="add mod">
          <ac:chgData name="Gastbenutzer" userId="" providerId="Windows Live" clId="Web-{AA59401A-F1AF-E4AA-AC29-0D236FDDFCEB}" dt="2026-01-09T23:42:32.382" v="840"/>
          <ac:spMkLst>
            <pc:docMk/>
            <pc:sldMk cId="3492619676" sldId="264"/>
            <ac:spMk id="4" creationId="{FB716511-8E4B-8C93-8EAC-98D8C43789C1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3492619676" sldId="264"/>
            <ac:spMk id="5" creationId="{4FBFCD46-A5F0-03AD-CA63-6C1271D69941}"/>
          </ac:spMkLst>
        </pc:spChg>
      </pc:sldChg>
      <pc:sldChg chg="addSp modSp add replId">
        <pc:chgData name="Gastbenutzer" userId="" providerId="Windows Live" clId="Web-{AA59401A-F1AF-E4AA-AC29-0D236FDDFCEB}" dt="2026-01-09T23:51:26.479" v="1144" actId="20577"/>
        <pc:sldMkLst>
          <pc:docMk/>
          <pc:sldMk cId="3728183818" sldId="266"/>
        </pc:sldMkLst>
        <pc:spChg chg="mod">
          <ac:chgData name="Gastbenutzer" userId="" providerId="Windows Live" clId="Web-{AA59401A-F1AF-E4AA-AC29-0D236FDDFCEB}" dt="2026-01-09T23:34:54.217" v="723" actId="20577"/>
          <ac:spMkLst>
            <pc:docMk/>
            <pc:sldMk cId="3728183818" sldId="266"/>
            <ac:spMk id="2" creationId="{88982142-8C73-0574-1EFD-4910AA6BDC2F}"/>
          </ac:spMkLst>
        </pc:spChg>
        <pc:spChg chg="mod">
          <ac:chgData name="Gastbenutzer" userId="" providerId="Windows Live" clId="Web-{AA59401A-F1AF-E4AA-AC29-0D236FDDFCEB}" dt="2026-01-09T23:51:26.479" v="1144" actId="20577"/>
          <ac:spMkLst>
            <pc:docMk/>
            <pc:sldMk cId="3728183818" sldId="266"/>
            <ac:spMk id="3" creationId="{EA635F1B-A6ED-9ECE-12E3-D028CFE2C95E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3728183818" sldId="266"/>
            <ac:spMk id="4" creationId="{C068E04E-932F-DD67-0FFC-927B969CE3F0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3728183818" sldId="266"/>
            <ac:spMk id="5" creationId="{320805C5-0776-DEDC-91B1-1C207046148D}"/>
          </ac:spMkLst>
        </pc:spChg>
      </pc:sldChg>
      <pc:sldChg chg="addSp modSp add replId">
        <pc:chgData name="Gastbenutzer" userId="" providerId="Windows Live" clId="Web-{AA59401A-F1AF-E4AA-AC29-0D236FDDFCEB}" dt="2026-01-10T00:18:42.709" v="1797" actId="20577"/>
        <pc:sldMkLst>
          <pc:docMk/>
          <pc:sldMk cId="2623903719" sldId="267"/>
        </pc:sldMkLst>
        <pc:spChg chg="mod">
          <ac:chgData name="Gastbenutzer" userId="" providerId="Windows Live" clId="Web-{AA59401A-F1AF-E4AA-AC29-0D236FDDFCEB}" dt="2026-01-09T23:35:14.640" v="727" actId="20577"/>
          <ac:spMkLst>
            <pc:docMk/>
            <pc:sldMk cId="2623903719" sldId="267"/>
            <ac:spMk id="2" creationId="{AB3B0C7F-5C86-C35A-2FE5-83D2CC2FC8DD}"/>
          </ac:spMkLst>
        </pc:spChg>
        <pc:spChg chg="mod">
          <ac:chgData name="Gastbenutzer" userId="" providerId="Windows Live" clId="Web-{AA59401A-F1AF-E4AA-AC29-0D236FDDFCEB}" dt="2026-01-10T00:18:42.709" v="1797" actId="20577"/>
          <ac:spMkLst>
            <pc:docMk/>
            <pc:sldMk cId="2623903719" sldId="267"/>
            <ac:spMk id="3" creationId="{4AA577EB-B25B-A41B-40E8-F684389AE404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623903719" sldId="267"/>
            <ac:spMk id="4" creationId="{348B238F-214D-EC5F-2415-CD28DA449F8E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623903719" sldId="267"/>
            <ac:spMk id="5" creationId="{BD0D4AF6-86CC-3888-A74A-FBFC6009588D}"/>
          </ac:spMkLst>
        </pc:spChg>
      </pc:sldChg>
      <pc:sldChg chg="addSp modSp add replId">
        <pc:chgData name="Gastbenutzer" userId="" providerId="Windows Live" clId="Web-{AA59401A-F1AF-E4AA-AC29-0D236FDDFCEB}" dt="2026-01-09T23:42:32.382" v="840"/>
        <pc:sldMkLst>
          <pc:docMk/>
          <pc:sldMk cId="2568732392" sldId="268"/>
        </pc:sldMkLst>
        <pc:spChg chg="mod">
          <ac:chgData name="Gastbenutzer" userId="" providerId="Windows Live" clId="Web-{AA59401A-F1AF-E4AA-AC29-0D236FDDFCEB}" dt="2026-01-09T23:35:10.421" v="726" actId="20577"/>
          <ac:spMkLst>
            <pc:docMk/>
            <pc:sldMk cId="2568732392" sldId="268"/>
            <ac:spMk id="2" creationId="{BCA1A3CD-BCA4-116F-8485-6C354AEA68CB}"/>
          </ac:spMkLst>
        </pc:spChg>
        <pc:spChg chg="mod">
          <ac:chgData name="Gastbenutzer" userId="" providerId="Windows Live" clId="Web-{AA59401A-F1AF-E4AA-AC29-0D236FDDFCEB}" dt="2026-01-09T23:34:23.936" v="713" actId="20577"/>
          <ac:spMkLst>
            <pc:docMk/>
            <pc:sldMk cId="2568732392" sldId="268"/>
            <ac:spMk id="3" creationId="{A01DFD8D-2EBC-532B-14FB-49A730B4E015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568732392" sldId="268"/>
            <ac:spMk id="4" creationId="{D827925C-B132-F174-349A-AE4D2FBF78E6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568732392" sldId="268"/>
            <ac:spMk id="5" creationId="{35DF48BE-887C-4FE8-6C54-90E6C037F44C}"/>
          </ac:spMkLst>
        </pc:spChg>
      </pc:sldChg>
      <pc:sldChg chg="addSp modSp add replId">
        <pc:chgData name="Gastbenutzer" userId="" providerId="Windows Live" clId="Web-{AA59401A-F1AF-E4AA-AC29-0D236FDDFCEB}" dt="2026-01-09T23:51:01.229" v="1129" actId="20577"/>
        <pc:sldMkLst>
          <pc:docMk/>
          <pc:sldMk cId="1137188321" sldId="273"/>
        </pc:sldMkLst>
        <pc:spChg chg="mod">
          <ac:chgData name="Gastbenutzer" userId="" providerId="Windows Live" clId="Web-{AA59401A-F1AF-E4AA-AC29-0D236FDDFCEB}" dt="2026-01-09T23:35:45.921" v="739" actId="20577"/>
          <ac:spMkLst>
            <pc:docMk/>
            <pc:sldMk cId="1137188321" sldId="273"/>
            <ac:spMk id="2" creationId="{6262ECC5-DF3B-CD8E-6061-0D4D6820B918}"/>
          </ac:spMkLst>
        </pc:spChg>
        <pc:spChg chg="mod">
          <ac:chgData name="Gastbenutzer" userId="" providerId="Windows Live" clId="Web-{AA59401A-F1AF-E4AA-AC29-0D236FDDFCEB}" dt="2026-01-09T23:51:01.229" v="1129" actId="20577"/>
          <ac:spMkLst>
            <pc:docMk/>
            <pc:sldMk cId="1137188321" sldId="273"/>
            <ac:spMk id="3" creationId="{EE78B9D1-30A4-7C74-C59C-8AE4C35F0127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1137188321" sldId="273"/>
            <ac:spMk id="4" creationId="{4CB5E762-5EF4-4B7B-DC90-B9848CE2C18A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1137188321" sldId="273"/>
            <ac:spMk id="5" creationId="{CADB7A4E-FBD2-D754-31C1-7BD7B4D5B283}"/>
          </ac:spMkLst>
        </pc:spChg>
      </pc:sldChg>
      <pc:sldChg chg="addSp modSp add replId">
        <pc:chgData name="Gastbenutzer" userId="" providerId="Windows Live" clId="Web-{AA59401A-F1AF-E4AA-AC29-0D236FDDFCEB}" dt="2026-01-10T00:24:16.034" v="1877" actId="20577"/>
        <pc:sldMkLst>
          <pc:docMk/>
          <pc:sldMk cId="2925966743" sldId="274"/>
        </pc:sldMkLst>
        <pc:spChg chg="mod">
          <ac:chgData name="Gastbenutzer" userId="" providerId="Windows Live" clId="Web-{AA59401A-F1AF-E4AA-AC29-0D236FDDFCEB}" dt="2026-01-09T23:35:53.765" v="743" actId="20577"/>
          <ac:spMkLst>
            <pc:docMk/>
            <pc:sldMk cId="2925966743" sldId="274"/>
            <ac:spMk id="2" creationId="{5D50D56C-1868-FD34-F4B4-CE86D6B0DF37}"/>
          </ac:spMkLst>
        </pc:spChg>
        <pc:spChg chg="mod">
          <ac:chgData name="Gastbenutzer" userId="" providerId="Windows Live" clId="Web-{AA59401A-F1AF-E4AA-AC29-0D236FDDFCEB}" dt="2026-01-10T00:24:16.034" v="1877" actId="20577"/>
          <ac:spMkLst>
            <pc:docMk/>
            <pc:sldMk cId="2925966743" sldId="274"/>
            <ac:spMk id="3" creationId="{62DF8343-00B2-51F2-E453-DCF29752B204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925966743" sldId="274"/>
            <ac:spMk id="4" creationId="{44CB456D-EFFE-96BD-58CC-902C3BA39B9A}"/>
          </ac:spMkLst>
        </pc:spChg>
        <pc:spChg chg="add mod">
          <ac:chgData name="Gastbenutzer" userId="" providerId="Windows Live" clId="Web-{AA59401A-F1AF-E4AA-AC29-0D236FDDFCEB}" dt="2026-01-09T23:42:32.382" v="840"/>
          <ac:spMkLst>
            <pc:docMk/>
            <pc:sldMk cId="2925966743" sldId="274"/>
            <ac:spMk id="5" creationId="{9E9A3149-275E-EB0C-992E-5E7CCFEA7685}"/>
          </ac:spMkLst>
        </pc:spChg>
      </pc:sldChg>
      <pc:sldChg chg="modSp add replId">
        <pc:chgData name="Gastbenutzer" userId="" providerId="Windows Live" clId="Web-{AA59401A-F1AF-E4AA-AC29-0D236FDDFCEB}" dt="2026-01-10T00:09:23.728" v="1550" actId="20577"/>
        <pc:sldMkLst>
          <pc:docMk/>
          <pc:sldMk cId="2414079197" sldId="275"/>
        </pc:sldMkLst>
        <pc:spChg chg="mod">
          <ac:chgData name="Gastbenutzer" userId="" providerId="Windows Live" clId="Web-{AA59401A-F1AF-E4AA-AC29-0D236FDDFCEB}" dt="2026-01-10T00:02:54.975" v="1269" actId="20577"/>
          <ac:spMkLst>
            <pc:docMk/>
            <pc:sldMk cId="2414079197" sldId="275"/>
            <ac:spMk id="2" creationId="{7AE0B754-6517-9C11-0235-3CC05C45DDBF}"/>
          </ac:spMkLst>
        </pc:spChg>
        <pc:spChg chg="mod">
          <ac:chgData name="Gastbenutzer" userId="" providerId="Windows Live" clId="Web-{AA59401A-F1AF-E4AA-AC29-0D236FDDFCEB}" dt="2026-01-10T00:09:23.728" v="1550" actId="20577"/>
          <ac:spMkLst>
            <pc:docMk/>
            <pc:sldMk cId="2414079197" sldId="275"/>
            <ac:spMk id="3" creationId="{BC7E84B4-F9EC-49C2-D191-C55CBC8C30A5}"/>
          </ac:spMkLst>
        </pc:spChg>
      </pc:sldChg>
      <pc:sldChg chg="modSp add replId">
        <pc:chgData name="Gastbenutzer" userId="" providerId="Windows Live" clId="Web-{AA59401A-F1AF-E4AA-AC29-0D236FDDFCEB}" dt="2026-01-10T00:12:56.859" v="1682" actId="20577"/>
        <pc:sldMkLst>
          <pc:docMk/>
          <pc:sldMk cId="2303466740" sldId="276"/>
        </pc:sldMkLst>
        <pc:spChg chg="mod">
          <ac:chgData name="Gastbenutzer" userId="" providerId="Windows Live" clId="Web-{AA59401A-F1AF-E4AA-AC29-0D236FDDFCEB}" dt="2026-01-10T00:03:11.412" v="1275" actId="20577"/>
          <ac:spMkLst>
            <pc:docMk/>
            <pc:sldMk cId="2303466740" sldId="276"/>
            <ac:spMk id="2" creationId="{66B2166D-EF54-6C4B-7102-64AC410F8E4A}"/>
          </ac:spMkLst>
        </pc:spChg>
        <pc:spChg chg="mod">
          <ac:chgData name="Gastbenutzer" userId="" providerId="Windows Live" clId="Web-{AA59401A-F1AF-E4AA-AC29-0D236FDDFCEB}" dt="2026-01-10T00:12:56.859" v="1682" actId="20577"/>
          <ac:spMkLst>
            <pc:docMk/>
            <pc:sldMk cId="2303466740" sldId="276"/>
            <ac:spMk id="3" creationId="{CB4206FD-F00A-A464-DFBD-D0C0FEF454A2}"/>
          </ac:spMkLst>
        </pc:spChg>
      </pc:sldChg>
      <pc:sldChg chg="modSp add replId">
        <pc:chgData name="Gastbenutzer" userId="" providerId="Windows Live" clId="Web-{AA59401A-F1AF-E4AA-AC29-0D236FDDFCEB}" dt="2026-01-10T00:10:55.778" v="1606" actId="20577"/>
        <pc:sldMkLst>
          <pc:docMk/>
          <pc:sldMk cId="1001550339" sldId="277"/>
        </pc:sldMkLst>
        <pc:spChg chg="mod">
          <ac:chgData name="Gastbenutzer" userId="" providerId="Windows Live" clId="Web-{AA59401A-F1AF-E4AA-AC29-0D236FDDFCEB}" dt="2026-01-10T00:03:01.444" v="1272" actId="20577"/>
          <ac:spMkLst>
            <pc:docMk/>
            <pc:sldMk cId="1001550339" sldId="277"/>
            <ac:spMk id="2" creationId="{F3A5892D-AF1F-8DC8-0387-FC847587C0F4}"/>
          </ac:spMkLst>
        </pc:spChg>
        <pc:spChg chg="mod">
          <ac:chgData name="Gastbenutzer" userId="" providerId="Windows Live" clId="Web-{AA59401A-F1AF-E4AA-AC29-0D236FDDFCEB}" dt="2026-01-10T00:10:55.778" v="1606" actId="20577"/>
          <ac:spMkLst>
            <pc:docMk/>
            <pc:sldMk cId="1001550339" sldId="277"/>
            <ac:spMk id="3" creationId="{05787772-A202-3810-208C-89897D8EA0E0}"/>
          </ac:spMkLst>
        </pc:spChg>
      </pc:sldChg>
      <pc:sldChg chg="modSp add replId">
        <pc:chgData name="Gastbenutzer" userId="" providerId="Windows Live" clId="Web-{AA59401A-F1AF-E4AA-AC29-0D236FDDFCEB}" dt="2026-01-10T00:18:32.881" v="1791" actId="20577"/>
        <pc:sldMkLst>
          <pc:docMk/>
          <pc:sldMk cId="4129494963" sldId="279"/>
        </pc:sldMkLst>
        <pc:spChg chg="mod">
          <ac:chgData name="Gastbenutzer" userId="" providerId="Windows Live" clId="Web-{AA59401A-F1AF-E4AA-AC29-0D236FDDFCEB}" dt="2026-01-10T00:18:32.881" v="1791" actId="20577"/>
          <ac:spMkLst>
            <pc:docMk/>
            <pc:sldMk cId="4129494963" sldId="279"/>
            <ac:spMk id="3" creationId="{F8D57E53-A9A4-CDDB-6433-C3EEE94CFC09}"/>
          </ac:spMkLst>
        </pc:spChg>
      </pc:sldChg>
      <pc:sldChg chg="modSp add replId">
        <pc:chgData name="Gastbenutzer" userId="" providerId="Windows Live" clId="Web-{AA59401A-F1AF-E4AA-AC29-0D236FDDFCEB}" dt="2026-01-10T00:18:29.427" v="1789" actId="20577"/>
        <pc:sldMkLst>
          <pc:docMk/>
          <pc:sldMk cId="424162126" sldId="280"/>
        </pc:sldMkLst>
        <pc:spChg chg="mod">
          <ac:chgData name="Gastbenutzer" userId="" providerId="Windows Live" clId="Web-{AA59401A-F1AF-E4AA-AC29-0D236FDDFCEB}" dt="2026-01-10T00:03:53.569" v="1279" actId="20577"/>
          <ac:spMkLst>
            <pc:docMk/>
            <pc:sldMk cId="424162126" sldId="280"/>
            <ac:spMk id="2" creationId="{6C715CAC-D01F-6B72-74AD-9E078BEE5DB1}"/>
          </ac:spMkLst>
        </pc:spChg>
        <pc:spChg chg="mod">
          <ac:chgData name="Gastbenutzer" userId="" providerId="Windows Live" clId="Web-{AA59401A-F1AF-E4AA-AC29-0D236FDDFCEB}" dt="2026-01-10T00:18:29.427" v="1789" actId="20577"/>
          <ac:spMkLst>
            <pc:docMk/>
            <pc:sldMk cId="424162126" sldId="280"/>
            <ac:spMk id="3" creationId="{7761C439-8658-7089-C039-C5652B0C01EB}"/>
          </ac:spMkLst>
        </pc:spChg>
      </pc:sldChg>
      <pc:sldChg chg="addSp modSp add ord replId">
        <pc:chgData name="Gastbenutzer" userId="" providerId="Windows Live" clId="Web-{AA59401A-F1AF-E4AA-AC29-0D236FDDFCEB}" dt="2026-01-10T00:15:20.456" v="1749" actId="1076"/>
        <pc:sldMkLst>
          <pc:docMk/>
          <pc:sldMk cId="3580760417" sldId="281"/>
        </pc:sldMkLst>
        <pc:spChg chg="mod">
          <ac:chgData name="Gastbenutzer" userId="" providerId="Windows Live" clId="Web-{AA59401A-F1AF-E4AA-AC29-0D236FDDFCEB}" dt="2026-01-10T00:14:32.392" v="1742" actId="20577"/>
          <ac:spMkLst>
            <pc:docMk/>
            <pc:sldMk cId="3580760417" sldId="281"/>
            <ac:spMk id="2" creationId="{639A1B20-E845-B3C0-C5CD-C300A776DE35}"/>
          </ac:spMkLst>
        </pc:spChg>
        <pc:spChg chg="mod">
          <ac:chgData name="Gastbenutzer" userId="" providerId="Windows Live" clId="Web-{AA59401A-F1AF-E4AA-AC29-0D236FDDFCEB}" dt="2026-01-10T00:15:09.612" v="1746" actId="20577"/>
          <ac:spMkLst>
            <pc:docMk/>
            <pc:sldMk cId="3580760417" sldId="281"/>
            <ac:spMk id="3" creationId="{1F0AA1D6-845D-E599-38A9-5AB9D456855D}"/>
          </ac:spMkLst>
        </pc:spChg>
        <pc:picChg chg="add mod">
          <ac:chgData name="Gastbenutzer" userId="" providerId="Windows Live" clId="Web-{AA59401A-F1AF-E4AA-AC29-0D236FDDFCEB}" dt="2026-01-10T00:15:20.456" v="1749" actId="1076"/>
          <ac:picMkLst>
            <pc:docMk/>
            <pc:sldMk cId="3580760417" sldId="281"/>
            <ac:picMk id="6" creationId="{3A387EBC-BF47-F8A2-B117-2F0A3D97F98F}"/>
          </ac:picMkLst>
        </pc:picChg>
      </pc:sldChg>
      <pc:sldChg chg="modSp add replId">
        <pc:chgData name="Gastbenutzer" userId="" providerId="Windows Live" clId="Web-{AA59401A-F1AF-E4AA-AC29-0D236FDDFCEB}" dt="2026-01-10T00:28:07.997" v="1898" actId="20577"/>
        <pc:sldMkLst>
          <pc:docMk/>
          <pc:sldMk cId="4290269208" sldId="282"/>
        </pc:sldMkLst>
        <pc:spChg chg="mod">
          <ac:chgData name="Gastbenutzer" userId="" providerId="Windows Live" clId="Web-{AA59401A-F1AF-E4AA-AC29-0D236FDDFCEB}" dt="2026-01-10T00:27:35.731" v="1892" actId="14100"/>
          <ac:spMkLst>
            <pc:docMk/>
            <pc:sldMk cId="4290269208" sldId="282"/>
            <ac:spMk id="2" creationId="{120FBE83-5B4B-B1B0-3CDE-95452DA7CE9E}"/>
          </ac:spMkLst>
        </pc:spChg>
        <pc:spChg chg="mod">
          <ac:chgData name="Gastbenutzer" userId="" providerId="Windows Live" clId="Web-{AA59401A-F1AF-E4AA-AC29-0D236FDDFCEB}" dt="2026-01-10T00:28:07.997" v="1898" actId="20577"/>
          <ac:spMkLst>
            <pc:docMk/>
            <pc:sldMk cId="4290269208" sldId="282"/>
            <ac:spMk id="3" creationId="{223E7231-FBD1-7A30-B0EB-9DFEE0539BDD}"/>
          </ac:spMkLst>
        </pc:spChg>
      </pc:sldChg>
      <pc:sldMasterChg chg="modSp mod modSldLayout">
        <pc:chgData name="Gastbenutzer" userId="" providerId="Windows Live" clId="Web-{AA59401A-F1AF-E4AA-AC29-0D236FDDFCEB}" dt="2026-01-09T23:42:32.382" v="840"/>
        <pc:sldMasterMkLst>
          <pc:docMk/>
          <pc:sldMasterMk cId="594725491" sldId="2147483648"/>
        </pc:sldMasterMkLst>
        <pc:spChg chg="mod">
          <ac:chgData name="Gastbenutzer" userId="" providerId="Windows Live" clId="Web-{AA59401A-F1AF-E4AA-AC29-0D236FDDFCEB}" dt="2026-01-09T23:42:32.382" v="840"/>
          <ac:spMkLst>
            <pc:docMk/>
            <pc:sldMasterMk cId="594725491" sldId="2147483648"/>
            <ac:spMk id="5" creationId="{00000000-0000-0000-0000-000000000000}"/>
          </ac:spMkLst>
        </pc:sp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4043166929" sldId="2147483649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4043166929" sldId="2147483649"/>
              <ac:spMk id="5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3433200589" sldId="2147483650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3433200589" sldId="2147483650"/>
              <ac:spMk id="5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2835585648" sldId="2147483651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2835585648" sldId="2147483651"/>
              <ac:spMk id="5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742901757" sldId="2147483652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742901757" sldId="2147483652"/>
              <ac:spMk id="6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2024084034" sldId="2147483653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2024084034" sldId="2147483653"/>
              <ac:spMk id="8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2440206447" sldId="2147483654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2440206447" sldId="2147483654"/>
              <ac:spMk id="4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3087692832" sldId="2147483655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3087692832" sldId="2147483655"/>
              <ac:spMk id="3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3453883237" sldId="2147483656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3453883237" sldId="2147483656"/>
              <ac:spMk id="6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2509888776" sldId="2147483657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2509888776" sldId="2147483657"/>
              <ac:spMk id="6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1699206799" sldId="2147483658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1699206799" sldId="2147483658"/>
              <ac:spMk id="5" creationId="{00000000-0000-0000-0000-000000000000}"/>
            </ac:spMkLst>
          </pc:spChg>
        </pc:sldLayoutChg>
        <pc:sldLayoutChg chg="modSp mod">
          <pc:chgData name="Gastbenutzer" userId="" providerId="Windows Live" clId="Web-{AA59401A-F1AF-E4AA-AC29-0D236FDDFCEB}" dt="2026-01-09T23:42:32.382" v="840"/>
          <pc:sldLayoutMkLst>
            <pc:docMk/>
            <pc:sldMasterMk cId="594725491" sldId="2147483648"/>
            <pc:sldLayoutMk cId="2809958959" sldId="2147483659"/>
          </pc:sldLayoutMkLst>
          <pc:spChg chg="mod">
            <ac:chgData name="Gastbenutzer" userId="" providerId="Windows Live" clId="Web-{AA59401A-F1AF-E4AA-AC29-0D236FDDFCEB}" dt="2026-01-09T23:42:32.382" v="840"/>
            <ac:spMkLst>
              <pc:docMk/>
              <pc:sldMasterMk cId="594725491" sldId="2147483648"/>
              <pc:sldLayoutMk cId="2809958959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Linus Braun" userId="a5d23c20616040eb" providerId="Windows Live" clId="Web-{E5AEED9C-61D7-0AF5-771D-D1093DA4B33B}"/>
    <pc:docChg chg="sldOrd addSection modSection">
      <pc:chgData name="Linus Braun" userId="a5d23c20616040eb" providerId="Windows Live" clId="Web-{E5AEED9C-61D7-0AF5-771D-D1093DA4B33B}" dt="2026-01-08T10:11:02.070" v="13"/>
      <pc:docMkLst>
        <pc:docMk/>
      </pc:docMkLst>
      <pc:sldChg chg="ord">
        <pc:chgData name="Linus Braun" userId="a5d23c20616040eb" providerId="Windows Live" clId="Web-{E5AEED9C-61D7-0AF5-771D-D1093DA4B33B}" dt="2026-01-08T10:09:57.115" v="8"/>
        <pc:sldMkLst>
          <pc:docMk/>
          <pc:sldMk cId="1625236769" sldId="258"/>
        </pc:sldMkLst>
      </pc:sldChg>
    </pc:docChg>
  </pc:docChgLst>
  <pc:docChgLst>
    <pc:chgData clId="Web-{48EC5489-13C5-2DCB-0E12-64FF65D14DC1}"/>
    <pc:docChg chg="modSld">
      <pc:chgData name="" userId="" providerId="" clId="Web-{48EC5489-13C5-2DCB-0E12-64FF65D14DC1}" dt="2026-01-11T13:58:22.054" v="1" actId="20577"/>
      <pc:docMkLst>
        <pc:docMk/>
      </pc:docMkLst>
      <pc:sldChg chg="modSp">
        <pc:chgData name="" userId="" providerId="" clId="Web-{48EC5489-13C5-2DCB-0E12-64FF65D14DC1}" dt="2026-01-11T13:58:22.054" v="1" actId="20577"/>
        <pc:sldMkLst>
          <pc:docMk/>
          <pc:sldMk cId="1338443796" sldId="301"/>
        </pc:sldMkLst>
        <pc:spChg chg="mod">
          <ac:chgData name="" userId="" providerId="" clId="Web-{48EC5489-13C5-2DCB-0E12-64FF65D14DC1}" dt="2026-01-11T13:58:22.054" v="1" actId="20577"/>
          <ac:spMkLst>
            <pc:docMk/>
            <pc:sldMk cId="1338443796" sldId="301"/>
            <ac:spMk id="3" creationId="{CB363610-4CD8-1206-21DF-ABBABBF28C3C}"/>
          </ac:spMkLst>
        </pc:spChg>
      </pc:sldChg>
    </pc:docChg>
  </pc:docChgLst>
  <pc:docChgLst>
    <pc:chgData name="Louis Moser" userId="0a873209-7a94-410f-bb0a-477d9a94079e" providerId="ADAL" clId="{CDB96218-A9BE-4F07-8DCB-ADB4A82D84F0}"/>
    <pc:docChg chg="undo custSel modSld">
      <pc:chgData name="Louis Moser" userId="0a873209-7a94-410f-bb0a-477d9a94079e" providerId="ADAL" clId="{CDB96218-A9BE-4F07-8DCB-ADB4A82D84F0}" dt="2026-01-15T10:18:25.921" v="633" actId="20577"/>
      <pc:docMkLst>
        <pc:docMk/>
      </pc:docMkLst>
      <pc:sldChg chg="modSp mod">
        <pc:chgData name="Louis Moser" userId="0a873209-7a94-410f-bb0a-477d9a94079e" providerId="ADAL" clId="{CDB96218-A9BE-4F07-8DCB-ADB4A82D84F0}" dt="2026-01-15T09:30:51.024" v="19" actId="313"/>
        <pc:sldMkLst>
          <pc:docMk/>
          <pc:sldMk cId="428616275" sldId="259"/>
        </pc:sldMkLst>
        <pc:spChg chg="mod">
          <ac:chgData name="Louis Moser" userId="0a873209-7a94-410f-bb0a-477d9a94079e" providerId="ADAL" clId="{CDB96218-A9BE-4F07-8DCB-ADB4A82D84F0}" dt="2026-01-15T09:30:51.024" v="19" actId="313"/>
          <ac:spMkLst>
            <pc:docMk/>
            <pc:sldMk cId="428616275" sldId="259"/>
            <ac:spMk id="3" creationId="{122BEBF8-A51C-C432-15A9-A8097F80D6AE}"/>
          </ac:spMkLst>
        </pc:spChg>
      </pc:sldChg>
      <pc:sldChg chg="modSp mod">
        <pc:chgData name="Louis Moser" userId="0a873209-7a94-410f-bb0a-477d9a94079e" providerId="ADAL" clId="{CDB96218-A9BE-4F07-8DCB-ADB4A82D84F0}" dt="2026-01-15T09:24:28.637" v="0" actId="20577"/>
        <pc:sldMkLst>
          <pc:docMk/>
          <pc:sldMk cId="3492619676" sldId="264"/>
        </pc:sldMkLst>
        <pc:spChg chg="mod">
          <ac:chgData name="Louis Moser" userId="0a873209-7a94-410f-bb0a-477d9a94079e" providerId="ADAL" clId="{CDB96218-A9BE-4F07-8DCB-ADB4A82D84F0}" dt="2026-01-15T09:24:28.637" v="0" actId="20577"/>
          <ac:spMkLst>
            <pc:docMk/>
            <pc:sldMk cId="3492619676" sldId="264"/>
            <ac:spMk id="3" creationId="{7FCA3CBB-8E17-0FD9-772E-4C7B9C9BFE16}"/>
          </ac:spMkLst>
        </pc:spChg>
      </pc:sldChg>
      <pc:sldChg chg="modSp mod">
        <pc:chgData name="Louis Moser" userId="0a873209-7a94-410f-bb0a-477d9a94079e" providerId="ADAL" clId="{CDB96218-A9BE-4F07-8DCB-ADB4A82D84F0}" dt="2026-01-15T09:33:15.613" v="32" actId="20577"/>
        <pc:sldMkLst>
          <pc:docMk/>
          <pc:sldMk cId="3728183818" sldId="266"/>
        </pc:sldMkLst>
        <pc:spChg chg="mod">
          <ac:chgData name="Louis Moser" userId="0a873209-7a94-410f-bb0a-477d9a94079e" providerId="ADAL" clId="{CDB96218-A9BE-4F07-8DCB-ADB4A82D84F0}" dt="2026-01-15T09:33:15.613" v="32" actId="20577"/>
          <ac:spMkLst>
            <pc:docMk/>
            <pc:sldMk cId="3728183818" sldId="266"/>
            <ac:spMk id="3" creationId="{EA635F1B-A6ED-9ECE-12E3-D028CFE2C95E}"/>
          </ac:spMkLst>
        </pc:spChg>
      </pc:sldChg>
      <pc:sldChg chg="modSp mod">
        <pc:chgData name="Louis Moser" userId="0a873209-7a94-410f-bb0a-477d9a94079e" providerId="ADAL" clId="{CDB96218-A9BE-4F07-8DCB-ADB4A82D84F0}" dt="2026-01-15T09:37:42.704" v="98" actId="20577"/>
        <pc:sldMkLst>
          <pc:docMk/>
          <pc:sldMk cId="3116457370" sldId="300"/>
        </pc:sldMkLst>
        <pc:spChg chg="mod">
          <ac:chgData name="Louis Moser" userId="0a873209-7a94-410f-bb0a-477d9a94079e" providerId="ADAL" clId="{CDB96218-A9BE-4F07-8DCB-ADB4A82D84F0}" dt="2026-01-15T09:37:42.704" v="98" actId="20577"/>
          <ac:spMkLst>
            <pc:docMk/>
            <pc:sldMk cId="3116457370" sldId="300"/>
            <ac:spMk id="3" creationId="{92DAA584-B3DF-1ED3-85D8-6069B6B6D27F}"/>
          </ac:spMkLst>
        </pc:spChg>
      </pc:sldChg>
      <pc:sldChg chg="modSp mod">
        <pc:chgData name="Louis Moser" userId="0a873209-7a94-410f-bb0a-477d9a94079e" providerId="ADAL" clId="{CDB96218-A9BE-4F07-8DCB-ADB4A82D84F0}" dt="2026-01-15T09:32:39.705" v="26" actId="313"/>
        <pc:sldMkLst>
          <pc:docMk/>
          <pc:sldMk cId="3278990453" sldId="309"/>
        </pc:sldMkLst>
        <pc:spChg chg="mod">
          <ac:chgData name="Louis Moser" userId="0a873209-7a94-410f-bb0a-477d9a94079e" providerId="ADAL" clId="{CDB96218-A9BE-4F07-8DCB-ADB4A82D84F0}" dt="2026-01-15T09:32:39.705" v="26" actId="313"/>
          <ac:spMkLst>
            <pc:docMk/>
            <pc:sldMk cId="3278990453" sldId="309"/>
            <ac:spMk id="3" creationId="{BD9FF351-C901-09BF-98A3-24550DE7B70E}"/>
          </ac:spMkLst>
        </pc:spChg>
      </pc:sldChg>
      <pc:sldChg chg="modSp mod">
        <pc:chgData name="Louis Moser" userId="0a873209-7a94-410f-bb0a-477d9a94079e" providerId="ADAL" clId="{CDB96218-A9BE-4F07-8DCB-ADB4A82D84F0}" dt="2026-01-15T09:32:25.538" v="25" actId="20577"/>
        <pc:sldMkLst>
          <pc:docMk/>
          <pc:sldMk cId="2089140086" sldId="310"/>
        </pc:sldMkLst>
        <pc:spChg chg="mod">
          <ac:chgData name="Louis Moser" userId="0a873209-7a94-410f-bb0a-477d9a94079e" providerId="ADAL" clId="{CDB96218-A9BE-4F07-8DCB-ADB4A82D84F0}" dt="2026-01-15T09:32:25.538" v="25" actId="20577"/>
          <ac:spMkLst>
            <pc:docMk/>
            <pc:sldMk cId="2089140086" sldId="310"/>
            <ac:spMk id="3" creationId="{E3BD57FA-EFCB-0943-37FA-D198F539BD73}"/>
          </ac:spMkLst>
        </pc:spChg>
      </pc:sldChg>
      <pc:sldChg chg="addSp delSp modSp mod chgLayout">
        <pc:chgData name="Louis Moser" userId="0a873209-7a94-410f-bb0a-477d9a94079e" providerId="ADAL" clId="{CDB96218-A9BE-4F07-8DCB-ADB4A82D84F0}" dt="2026-01-15T10:18:25.921" v="633" actId="20577"/>
        <pc:sldMkLst>
          <pc:docMk/>
          <pc:sldMk cId="3246659613" sldId="312"/>
        </pc:sldMkLst>
        <pc:spChg chg="mod ord">
          <ac:chgData name="Louis Moser" userId="0a873209-7a94-410f-bb0a-477d9a94079e" providerId="ADAL" clId="{CDB96218-A9BE-4F07-8DCB-ADB4A82D84F0}" dt="2026-01-15T10:06:16.776" v="316" actId="20577"/>
          <ac:spMkLst>
            <pc:docMk/>
            <pc:sldMk cId="3246659613" sldId="312"/>
            <ac:spMk id="2" creationId="{EC8200FE-B82F-5F54-5541-091A7B2544A5}"/>
          </ac:spMkLst>
        </pc:spChg>
        <pc:spChg chg="mod ord">
          <ac:chgData name="Louis Moser" userId="0a873209-7a94-410f-bb0a-477d9a94079e" providerId="ADAL" clId="{CDB96218-A9BE-4F07-8DCB-ADB4A82D84F0}" dt="2026-01-15T10:18:25.921" v="633" actId="20577"/>
          <ac:spMkLst>
            <pc:docMk/>
            <pc:sldMk cId="3246659613" sldId="312"/>
            <ac:spMk id="3" creationId="{46922311-9662-103D-F118-F204D8569E20}"/>
          </ac:spMkLst>
        </pc:spChg>
        <pc:spChg chg="mod ord">
          <ac:chgData name="Louis Moser" userId="0a873209-7a94-410f-bb0a-477d9a94079e" providerId="ADAL" clId="{CDB96218-A9BE-4F07-8DCB-ADB4A82D84F0}" dt="2026-01-15T09:41:01.684" v="115" actId="700"/>
          <ac:spMkLst>
            <pc:docMk/>
            <pc:sldMk cId="3246659613" sldId="312"/>
            <ac:spMk id="4" creationId="{1B815592-0333-2754-7FF8-1A7C53580ABB}"/>
          </ac:spMkLst>
        </pc:spChg>
        <pc:spChg chg="mod ord">
          <ac:chgData name="Louis Moser" userId="0a873209-7a94-410f-bb0a-477d9a94079e" providerId="ADAL" clId="{CDB96218-A9BE-4F07-8DCB-ADB4A82D84F0}" dt="2026-01-15T09:41:01.684" v="115" actId="700"/>
          <ac:spMkLst>
            <pc:docMk/>
            <pc:sldMk cId="3246659613" sldId="312"/>
            <ac:spMk id="5" creationId="{0841E018-A01F-FD93-5089-4727462E8DA4}"/>
          </ac:spMkLst>
        </pc:spChg>
        <pc:graphicFrameChg chg="add del mod modGraphic">
          <ac:chgData name="Louis Moser" userId="0a873209-7a94-410f-bb0a-477d9a94079e" providerId="ADAL" clId="{CDB96218-A9BE-4F07-8DCB-ADB4A82D84F0}" dt="2026-01-15T10:09:21.959" v="561" actId="478"/>
          <ac:graphicFrameMkLst>
            <pc:docMk/>
            <pc:sldMk cId="3246659613" sldId="312"/>
            <ac:graphicFrameMk id="6" creationId="{93779152-F80B-84AF-9007-83B15909105A}"/>
          </ac:graphicFrameMkLst>
        </pc:graphicFrameChg>
      </pc:sldChg>
      <pc:sldChg chg="modSp mod">
        <pc:chgData name="Louis Moser" userId="0a873209-7a94-410f-bb0a-477d9a94079e" providerId="ADAL" clId="{CDB96218-A9BE-4F07-8DCB-ADB4A82D84F0}" dt="2026-01-15T09:45:37.721" v="126" actId="108"/>
        <pc:sldMkLst>
          <pc:docMk/>
          <pc:sldMk cId="2070399087" sldId="323"/>
        </pc:sldMkLst>
        <pc:spChg chg="mod">
          <ac:chgData name="Louis Moser" userId="0a873209-7a94-410f-bb0a-477d9a94079e" providerId="ADAL" clId="{CDB96218-A9BE-4F07-8DCB-ADB4A82D84F0}" dt="2026-01-15T09:45:37.721" v="126" actId="108"/>
          <ac:spMkLst>
            <pc:docMk/>
            <pc:sldMk cId="2070399087" sldId="323"/>
            <ac:spMk id="3" creationId="{58086672-C0BE-BBFC-4CC2-7D5DB59CDD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MURI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rlole/MURI/blob/main/docs/documentation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4D0E3C-DACA-89BC-7F29-A9854DE0C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de-DE" sz="6600">
                <a:latin typeface="SimSun"/>
                <a:ea typeface="SimSun"/>
              </a:rPr>
              <a:t>Präsentation  technisch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073A49-DE75-B1FE-6B04-C35118BFC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de-DE">
                <a:latin typeface="SimSun"/>
                <a:ea typeface="SimSun"/>
              </a:rPr>
              <a:t>Gruppe: M.U.R.I</a:t>
            </a:r>
          </a:p>
          <a:p>
            <a:pPr algn="l"/>
            <a:r>
              <a:rPr lang="de-DE">
                <a:latin typeface="SimSun"/>
                <a:ea typeface="SimSun"/>
              </a:rPr>
              <a:t>(</a:t>
            </a:r>
            <a:r>
              <a:rPr lang="de-DE" b="1">
                <a:latin typeface="SimSun"/>
                <a:ea typeface="SimSun"/>
              </a:rPr>
              <a:t>M</a:t>
            </a:r>
            <a:r>
              <a:rPr lang="de-DE">
                <a:latin typeface="SimSun"/>
                <a:ea typeface="SimSun"/>
              </a:rPr>
              <a:t>echanische </a:t>
            </a:r>
            <a:r>
              <a:rPr lang="de-DE" b="1">
                <a:latin typeface="SimSun"/>
                <a:ea typeface="SimSun"/>
              </a:rPr>
              <a:t>U</a:t>
            </a:r>
            <a:r>
              <a:rPr lang="de-DE">
                <a:latin typeface="SimSun"/>
                <a:ea typeface="SimSun"/>
              </a:rPr>
              <a:t>ntergrund </a:t>
            </a:r>
            <a:r>
              <a:rPr lang="de-DE" b="1">
                <a:latin typeface="SimSun"/>
                <a:ea typeface="SimSun"/>
              </a:rPr>
              <a:t>R</a:t>
            </a:r>
            <a:r>
              <a:rPr lang="de-DE">
                <a:latin typeface="SimSun"/>
                <a:ea typeface="SimSun"/>
              </a:rPr>
              <a:t>atte für </a:t>
            </a:r>
            <a:r>
              <a:rPr lang="de-DE" b="1">
                <a:latin typeface="SimSun"/>
                <a:ea typeface="SimSun"/>
              </a:rPr>
              <a:t>I</a:t>
            </a:r>
            <a:r>
              <a:rPr lang="de-DE">
                <a:latin typeface="SimSun"/>
                <a:ea typeface="SimSun"/>
              </a:rPr>
              <a:t>nspektionen)</a:t>
            </a:r>
          </a:p>
          <a:p>
            <a:pPr algn="l"/>
            <a:endParaRPr lang="de-DE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Platin, Symbol, Modeaccessoire, Zubehör enthält.&#10;&#10;KI-generierte Inhalte können fehlerhaft sein.">
            <a:extLst>
              <a:ext uri="{FF2B5EF4-FFF2-40B4-BE49-F238E27FC236}">
                <a16:creationId xmlns:a16="http://schemas.microsoft.com/office/drawing/2014/main" id="{090469F3-6594-D413-7FEF-C4E46873B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"/>
          <a:stretch>
            <a:fillRect/>
          </a:stretch>
        </p:blipFill>
        <p:spPr>
          <a:xfrm>
            <a:off x="6275687" y="1177851"/>
            <a:ext cx="5575082" cy="383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3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5F6E5-2613-CB53-9D9E-ADFA428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Inhalt</a:t>
            </a:r>
            <a:endParaRPr lang="de-DE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DAA584-B3DF-1ED3-85D8-6069B6B6D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b="1" dirty="0">
                <a:latin typeface="Consolas"/>
                <a:ea typeface="+mn-lt"/>
                <a:cs typeface="+mn-lt"/>
              </a:rPr>
              <a:t>Designentscheidungen</a:t>
            </a:r>
          </a:p>
          <a:p>
            <a:endParaRPr lang="de-DE" sz="2400" b="1" dirty="0">
              <a:latin typeface="Consolas"/>
            </a:endParaRPr>
          </a:p>
          <a:p>
            <a:r>
              <a:rPr lang="de-DE" sz="2400" b="1" dirty="0">
                <a:latin typeface="Consolas"/>
                <a:ea typeface="+mn-lt"/>
                <a:cs typeface="+mn-lt"/>
              </a:rPr>
              <a:t>Technische Details</a:t>
            </a:r>
          </a:p>
          <a:p>
            <a:endParaRPr lang="de-DE" sz="2400" b="1" dirty="0">
              <a:latin typeface="Consolas"/>
              <a:ea typeface="+mn-lt"/>
              <a:cs typeface="+mn-lt"/>
            </a:endParaRPr>
          </a:p>
          <a:p>
            <a:r>
              <a:rPr lang="de-DE" sz="2400" b="1" dirty="0">
                <a:latin typeface="Consolas"/>
                <a:ea typeface="+mn-lt"/>
                <a:cs typeface="+mn-lt"/>
              </a:rPr>
              <a:t>Anpassungen</a:t>
            </a:r>
          </a:p>
          <a:p>
            <a:endParaRPr lang="de-DE" sz="2400" b="1" dirty="0">
              <a:latin typeface="Consolas"/>
              <a:ea typeface="+mn-lt"/>
              <a:cs typeface="+mn-lt"/>
            </a:endParaRPr>
          </a:p>
          <a:p>
            <a:r>
              <a:rPr lang="de-DE" sz="2400" b="1" dirty="0" err="1">
                <a:latin typeface="Consolas"/>
                <a:ea typeface="+mn-lt"/>
                <a:cs typeface="+mn-lt"/>
              </a:rPr>
              <a:t>Lessons</a:t>
            </a:r>
            <a:r>
              <a:rPr lang="de-DE" sz="2400" b="1" dirty="0">
                <a:latin typeface="Consolas"/>
                <a:ea typeface="+mn-lt"/>
                <a:cs typeface="+mn-lt"/>
              </a:rPr>
              <a:t> </a:t>
            </a:r>
            <a:r>
              <a:rPr lang="de-DE" sz="2400" b="1" dirty="0" err="1">
                <a:latin typeface="Consolas"/>
                <a:ea typeface="+mn-lt"/>
                <a:cs typeface="+mn-lt"/>
              </a:rPr>
              <a:t>Learned</a:t>
            </a:r>
            <a:endParaRPr lang="de-DE" sz="2400" b="1" dirty="0">
              <a:latin typeface="Consolas"/>
              <a:ea typeface="+mn-lt"/>
              <a:cs typeface="+mn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9CDB3F-25E8-3025-FE1D-7A59B9CD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4C5C6-0A4E-BD49-3B04-CB80E9A5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645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EE2FC-21D6-A1DF-32B3-061800C0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A1B20-E845-B3C0-C5CD-C300A776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–SW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0AA1D6-845D-E599-38A9-5AB9D4568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1ADA1B-1BAD-B773-9A67-56C4244C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D760F8-AB39-FD64-0E38-BF6D3C12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pic>
        <p:nvPicPr>
          <p:cNvPr id="6" name="Grafik 5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3A387EBC-BF47-F8A2-B117-2F0A3D97F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142" y="1493857"/>
            <a:ext cx="6045844" cy="46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6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275A1-9C34-8047-FB84-BD60DA65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–Action Server</a:t>
            </a:r>
            <a:endParaRPr lang="de-DE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2BEBF8-A51C-C432-15A9-A8097F80D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ROS2 Action Server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Repräsentation langer Aufgaben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gute Kommunikation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hierarchische Logik möglich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dirty="0">
              <a:latin typeface="Consolas"/>
            </a:endParaRPr>
          </a:p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Topics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Kommunikation Netzwerkweit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einfache Implementierung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sz="2800" dirty="0">
              <a:solidFill>
                <a:srgbClr val="000000"/>
              </a:solidFill>
              <a:latin typeface="Consolas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88D0F0-49BB-B939-5FE6-3494413F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12CF14-B267-CD3A-12B1-029A5DBE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42861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5258-0617-2C58-70D9-F986E028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E0B754-6517-9C11-0235-3CC05C45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</a:t>
            </a:r>
            <a:r>
              <a:rPr lang="de-DE" sz="2800" err="1">
                <a:latin typeface="SimSun"/>
                <a:ea typeface="SimSun"/>
              </a:rPr>
              <a:t>single</a:t>
            </a:r>
            <a:r>
              <a:rPr lang="de-DE" sz="2800">
                <a:latin typeface="SimSun"/>
                <a:ea typeface="SimSun"/>
              </a:rPr>
              <a:t> </a:t>
            </a:r>
            <a:r>
              <a:rPr lang="de-DE" sz="2800" err="1">
                <a:latin typeface="SimSun"/>
                <a:ea typeface="SimSun"/>
              </a:rPr>
              <a:t>goal</a:t>
            </a:r>
            <a:r>
              <a:rPr lang="de-DE" sz="2800">
                <a:latin typeface="SimSun"/>
                <a:ea typeface="SimSun"/>
              </a:rPr>
              <a:t> &amp; cancle </a:t>
            </a:r>
            <a:endParaRPr lang="de-DE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7E84B4-F9EC-49C2-D191-C55CBC8C3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14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single-goal pro Action</a:t>
            </a:r>
            <a:endParaRPr lang="de-DE" sz="2400" dirty="0">
              <a:latin typeface="Consolas"/>
            </a:endParaRP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andere Actions werden ignoriert</a:t>
            </a:r>
          </a:p>
          <a:p>
            <a:endParaRPr lang="de-DE" sz="2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single-goal pro Handler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Wechsel nur nach cancle oder </a:t>
            </a:r>
            <a:r>
              <a:rPr lang="de-DE" sz="2400" dirty="0" err="1">
                <a:latin typeface="Consolas"/>
                <a:ea typeface="+mn-lt"/>
                <a:cs typeface="+mn-lt"/>
              </a:rPr>
              <a:t>success</a:t>
            </a:r>
            <a:endParaRPr lang="de-DE" sz="2400" dirty="0">
              <a:latin typeface="Consolas"/>
              <a:ea typeface="+mn-lt"/>
              <a:cs typeface="+mn-lt"/>
            </a:endParaRPr>
          </a:p>
          <a:p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26D531-61E8-31E5-71DD-8CE0CA65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D48614-4ADE-A810-DD28-F13E0213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4140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7EA8-4629-C21C-6560-FBE99562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5892D-AF1F-8DC8-0387-FC847587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</a:t>
            </a:r>
            <a:r>
              <a:rPr lang="de-DE" sz="2800" err="1">
                <a:solidFill>
                  <a:srgbClr val="000000"/>
                </a:solidFill>
                <a:latin typeface="SimSun"/>
                <a:ea typeface="SimSun"/>
              </a:rPr>
              <a:t>async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 Goal-</a:t>
            </a:r>
            <a:r>
              <a:rPr lang="de-DE" sz="2800" err="1">
                <a:solidFill>
                  <a:srgbClr val="000000"/>
                </a:solidFill>
                <a:latin typeface="SimSun"/>
                <a:ea typeface="SimSun"/>
              </a:rPr>
              <a:t>sending</a:t>
            </a:r>
            <a:endParaRPr lang="de-DE" sz="2800">
              <a:solidFill>
                <a:srgbClr val="000000"/>
              </a:solidFill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787772-A202-3810-208C-89897D8EA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volle Kontrolle </a:t>
            </a:r>
            <a:endParaRPr lang="de-DE" sz="2400">
              <a:latin typeface="Consolas"/>
            </a:endParaRP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einfacher zu implementieren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Benötigt </a:t>
            </a:r>
            <a:r>
              <a:rPr lang="de-DE" sz="2400" err="1">
                <a:latin typeface="Consolas"/>
                <a:ea typeface="+mn-lt"/>
                <a:cs typeface="+mn-lt"/>
              </a:rPr>
              <a:t>MutuallyExclusiveCallbackGroups</a:t>
            </a:r>
            <a:endParaRPr lang="de-DE" sz="2400">
              <a:latin typeface="Consolas"/>
              <a:ea typeface="+mn-lt"/>
              <a:cs typeface="+mn-lt"/>
            </a:endParaRP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633EE7-7DAE-2CF8-28C2-9C74DB1B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EB7166-CB9C-78A3-1F38-86004650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100155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5154-8480-376C-6AC7-55D7C747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715CAC-D01F-6B72-74AD-9E078BEE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–Interfaces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1C439-8658-7089-C039-C5652B0C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Out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daten für Action Server</a:t>
            </a: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de-DE" sz="2400" b="1" err="1">
                <a:latin typeface="Consolas"/>
                <a:ea typeface="+mn-lt"/>
                <a:cs typeface="+mn-lt"/>
              </a:rPr>
              <a:t>LogicInterface</a:t>
            </a:r>
            <a:r>
              <a:rPr lang="de-DE" sz="2400" b="1">
                <a:latin typeface="Consolas"/>
                <a:ea typeface="+mn-lt"/>
                <a:cs typeface="+mn-lt"/>
              </a:rPr>
              <a:t> 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Out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Für die initialen Module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de-DE" sz="2400" b="1" err="1">
                <a:latin typeface="Consolas"/>
                <a:ea typeface="+mn-lt"/>
                <a:cs typeface="+mn-lt"/>
              </a:rPr>
              <a:t>ExtendedLogicInterface</a:t>
            </a:r>
            <a:endParaRPr lang="de-DE" sz="2400" b="1">
              <a:latin typeface="Consolas"/>
              <a:ea typeface="+mn-lt"/>
              <a:cs typeface="+mn-lt"/>
            </a:endParaRPr>
          </a:p>
          <a:p>
            <a:r>
              <a:rPr lang="de-DE" sz="2400">
                <a:latin typeface="Consolas"/>
                <a:ea typeface="+mn-lt"/>
                <a:cs typeface="+mn-lt"/>
              </a:rPr>
              <a:t>erbt von </a:t>
            </a:r>
            <a:r>
              <a:rPr lang="de-DE" sz="2400" err="1">
                <a:latin typeface="Consolas"/>
                <a:ea typeface="+mn-lt"/>
                <a:cs typeface="+mn-lt"/>
              </a:rPr>
              <a:t>LogicInterface</a:t>
            </a:r>
            <a:endParaRPr lang="de-DE" sz="2400">
              <a:latin typeface="Consolas"/>
              <a:ea typeface="+mn-lt"/>
              <a:cs typeface="+mn-lt"/>
            </a:endParaRPr>
          </a:p>
          <a:p>
            <a:r>
              <a:rPr lang="de-DE" sz="2400">
                <a:latin typeface="Consolas"/>
                <a:ea typeface="+mn-lt"/>
                <a:cs typeface="+mn-lt"/>
              </a:rPr>
              <a:t>Für neuere Module</a:t>
            </a: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D747D6-A778-3CC8-3D2F-C195E6E1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1B181A-F764-263F-4371-13690BE2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42416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BA71-CF15-A0A8-A63D-C469D9B3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B2166D-EF54-6C4B-7102-64AC410F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–Hauptschleife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4206FD-F00A-A464-DFBD-D0C0FEF4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Timer basierte Hauptschleife(n)</a:t>
            </a:r>
            <a:endParaRPr lang="de-DE" sz="2400">
              <a:latin typeface="Consolas"/>
            </a:endParaRPr>
          </a:p>
          <a:p>
            <a:r>
              <a:rPr lang="de-DE" sz="2400">
                <a:latin typeface="Consolas"/>
                <a:ea typeface="+mn-lt"/>
                <a:cs typeface="+mn-lt"/>
              </a:rPr>
              <a:t>alle Module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Handler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>
              <a:solidFill>
                <a:srgbClr val="000000"/>
              </a:solidFill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Angepasst an Datenfluss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Daten kommen Zeitdeterministisch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>
              <a:solidFill>
                <a:srgbClr val="000000"/>
              </a:solidFill>
              <a:latin typeface="Consolas"/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936DEC-0DBD-8F02-3ED1-9D4D8EC5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8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8C8E5E-C624-4199-997C-D79B3886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30346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3B32F-3627-05F1-7AEA-69BFF201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–Visionarchitektur</a:t>
            </a:r>
            <a:endParaRPr lang="en-US" sz="2800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7C66F9-B64F-8A5E-A139-9224B4E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7095"/>
            <a:ext cx="10515600" cy="200380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e-DE" sz="2600" b="1" err="1">
                <a:latin typeface="Consolas"/>
                <a:ea typeface="+mn-lt"/>
                <a:cs typeface="+mn-lt"/>
              </a:rPr>
              <a:t>CameraReadOut</a:t>
            </a:r>
            <a:r>
              <a:rPr lang="de-DE" sz="2600" b="1">
                <a:latin typeface="Consolas"/>
                <a:ea typeface="+mn-lt"/>
                <a:cs typeface="+mn-lt"/>
              </a:rPr>
              <a:t> + </a:t>
            </a:r>
            <a:r>
              <a:rPr lang="de-DE" sz="2600" b="1" err="1">
                <a:latin typeface="Consolas"/>
                <a:ea typeface="+mn-lt"/>
                <a:cs typeface="+mn-lt"/>
              </a:rPr>
              <a:t>ImageProcessing</a:t>
            </a:r>
            <a:r>
              <a:rPr lang="de-DE" sz="2600" b="1">
                <a:latin typeface="Consolas"/>
                <a:ea typeface="+mn-lt"/>
                <a:cs typeface="+mn-lt"/>
              </a:rPr>
              <a:t> + </a:t>
            </a:r>
            <a:r>
              <a:rPr lang="de-DE" sz="2600" b="1" err="1">
                <a:latin typeface="Consolas"/>
                <a:ea typeface="+mn-lt"/>
                <a:cs typeface="+mn-lt"/>
              </a:rPr>
              <a:t>Markerdetection</a:t>
            </a:r>
            <a:endParaRPr lang="de-DE" sz="2600" b="1">
              <a:latin typeface="Consolas"/>
              <a:ea typeface="+mn-lt"/>
              <a:cs typeface="+mn-lt"/>
            </a:endParaRP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Flexibilität: Austausch und Modifizierbarkeit</a:t>
            </a: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Skalierbarkeit: Nodes auf verschiedenen Rechnern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FC96E0-7764-57B9-0269-C1C0462F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8230F-3183-E445-3F8E-F99CDB22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55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5590-5EAC-0F6B-FC66-9A1BBD23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0CC404-658B-7C4F-893F-5B37A6C6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1117" cy="1345973"/>
          </a:xfrm>
        </p:spPr>
        <p:txBody>
          <a:bodyPr>
            <a:normAutofit/>
          </a:bodyPr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–Last-Valid-Value-Filter</a:t>
            </a:r>
            <a:endParaRPr lang="en-US" sz="2800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0CB6B3-3AB0-584C-FF91-E4A11C0CE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7890"/>
            <a:ext cx="10515600" cy="202221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de-DE" sz="2400" b="1">
              <a:latin typeface="Consolas"/>
              <a:ea typeface="+mn-lt"/>
              <a:cs typeface="+mn-lt"/>
            </a:endParaRPr>
          </a:p>
          <a:p>
            <a:r>
              <a:rPr lang="de-DE" sz="2400" b="1">
                <a:latin typeface="Consolas"/>
                <a:ea typeface="+mn-lt"/>
                <a:cs typeface="+mn-lt"/>
              </a:rPr>
              <a:t>Toleriert Lichtwechsel und kurzzeitige Fehler im Bild</a:t>
            </a:r>
          </a:p>
          <a:p>
            <a:endParaRPr lang="de-DE" sz="2400" b="1">
              <a:latin typeface="Consolas"/>
              <a:ea typeface="+mn-lt"/>
              <a:cs typeface="+mn-lt"/>
            </a:endParaRPr>
          </a:p>
          <a:p>
            <a:r>
              <a:rPr lang="de-DE" sz="2400" b="1">
                <a:latin typeface="Consolas"/>
                <a:ea typeface="+mn-lt"/>
                <a:cs typeface="+mn-lt"/>
              </a:rPr>
              <a:t>Verhindert ruckelige Roboterbewegung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9F222A-A345-2C7B-AEA2-ECB7C4FF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98AACA-62A9-4CEB-4EF2-B2C8A1D0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24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3711-55BC-401A-FA34-CCA6FF67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303119-6F16-CC59-F23B-FC32117A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Designentscheidungen</a:t>
            </a:r>
            <a:r>
              <a:rPr lang="de-DE" sz="2800">
                <a:latin typeface="SimSun"/>
                <a:ea typeface="SimSun"/>
              </a:rPr>
              <a:t>–Spezifische Fehlercodes</a:t>
            </a:r>
            <a:endParaRPr lang="en-US" sz="2800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8A7E40-95C6-70C7-FE9E-D4316A863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575"/>
            <a:ext cx="10515600" cy="196085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e-DE" sz="2600" b="1">
                <a:latin typeface="Consolas"/>
                <a:ea typeface="+mn-lt"/>
                <a:cs typeface="+mn-lt"/>
              </a:rPr>
              <a:t>-1000.0, π, 9999</a:t>
            </a: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ROS2-Nodes crashen nicht</a:t>
            </a: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Extern erkennbar und leicht verarbeitbar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EAED98-2B6D-AC48-2AF7-2646EB1E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7F8939-4D28-E4F0-8AE9-FCAB7B75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876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E050-D992-BF13-9288-27A0B5A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30E1D-DA45-BF6E-5A6E-6059C554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</a:t>
            </a:r>
            <a:r>
              <a:rPr lang="de-DE" sz="2800">
                <a:latin typeface="SimSun"/>
                <a:ea typeface="SimSun"/>
              </a:rPr>
              <a:t>–Trennung der Logik</a:t>
            </a:r>
            <a:endParaRPr lang="en-US" sz="2800" err="1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0F37DD-F8AE-E544-243B-D6059A3E1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Begründung</a:t>
            </a:r>
            <a:r>
              <a:rPr lang="de-DE" sz="240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endParaRPr lang="de-DE" sz="2400">
              <a:solidFill>
                <a:srgbClr val="000000"/>
              </a:solidFill>
              <a:latin typeface="Consolas"/>
            </a:endParaRP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r>
              <a:rPr lang="de-DE" sz="2400">
                <a:latin typeface="Consolas"/>
                <a:ea typeface="+mn-lt"/>
                <a:cs typeface="+mn-lt"/>
              </a:rPr>
              <a:t>Trennung zwischen den Logik-einheiten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Modulare Erweiterung möglich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Leichter zu Debuggen</a:t>
            </a: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1CFE44-051A-F12A-0118-CAB80F53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790653-3B27-D934-A447-B82D5ECF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95540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2BC85-068B-5573-7ED0-E1FCE2BB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</a:t>
            </a:r>
            <a:r>
              <a:rPr lang="de-DE" sz="2800">
                <a:latin typeface="SimSun"/>
                <a:ea typeface="SimSun"/>
              </a:rPr>
              <a:t>–State </a:t>
            </a:r>
            <a:r>
              <a:rPr lang="de-DE" sz="2800" err="1">
                <a:latin typeface="SimSun"/>
                <a:ea typeface="SimSun"/>
              </a:rPr>
              <a:t>Machine</a:t>
            </a:r>
            <a:r>
              <a:rPr lang="de-DE" sz="2800">
                <a:latin typeface="SimSun"/>
                <a:ea typeface="SimSun"/>
              </a:rPr>
              <a:t> Pattern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CA3CBB-8E17-0FD9-772E-4C7B9C9B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Begründung</a:t>
            </a:r>
            <a:r>
              <a:rPr lang="de-DE" sz="24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endParaRPr lang="de-DE" sz="2400" dirty="0">
              <a:latin typeface="Consolas"/>
              <a:ea typeface="+mn-lt"/>
              <a:cs typeface="+mn-lt"/>
            </a:endParaRP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Grundaufbau immer gleich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Vorhersehbares Verhalten, &amp; klare Zustände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Einfaches Tracking des aktuellen Zustands (Debugging)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States leicht zu Testen (Unit-Tests)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Logische Struktur / einfach erweiterbar </a:t>
            </a:r>
          </a:p>
          <a:p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BFCD46-A5F0-03AD-CA63-6C1271D6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716511-8E4B-8C93-8EAC-98D8C437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3492619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6D12-EC8B-A830-0518-8A88D4CB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6883E-744A-3FB3-F45B-DB44F2D6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Designentscheidung</a:t>
            </a:r>
            <a:r>
              <a:rPr lang="de-DE" sz="2800">
                <a:latin typeface="SimSun"/>
                <a:ea typeface="SimSun"/>
              </a:rPr>
              <a:t>–P-Regler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363610-4CD8-1206-21DF-ABBABBF2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  <a:ea typeface="+mn-lt"/>
                <a:cs typeface="+mn-lt"/>
              </a:rPr>
              <a:t>Begründung</a:t>
            </a:r>
            <a:r>
              <a:rPr lang="de-DE" sz="2400">
                <a:solidFill>
                  <a:srgbClr val="000000"/>
                </a:solidFill>
                <a:latin typeface="Consolas"/>
              </a:rPr>
              <a:t>:</a:t>
            </a:r>
            <a:endParaRPr lang="en-US" sz="2400">
              <a:solidFill>
                <a:srgbClr val="000000"/>
              </a:solidFill>
              <a:latin typeface="Consolas"/>
            </a:endParaRPr>
          </a:p>
          <a:p>
            <a:endParaRPr lang="de-DE" sz="2400">
              <a:latin typeface="Consolas"/>
              <a:ea typeface="+mn-lt"/>
              <a:cs typeface="+mn-lt"/>
            </a:endParaRPr>
          </a:p>
          <a:p>
            <a:r>
              <a:rPr lang="de-DE" sz="2400">
                <a:latin typeface="Consolas"/>
                <a:ea typeface="+mn-lt"/>
                <a:cs typeface="+mn-lt"/>
              </a:rPr>
              <a:t>Weniger Parameter zum Auslegen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Für Anwendung Ausreichend</a:t>
            </a:r>
          </a:p>
          <a:p>
            <a:r>
              <a:rPr lang="de-DE" sz="2400">
                <a:latin typeface="Consolas"/>
                <a:ea typeface="+mn-lt"/>
                <a:cs typeface="+mn-lt"/>
              </a:rPr>
              <a:t>Ressourcenschonend da keine Integration &amp; Differentiation nötig</a:t>
            </a:r>
          </a:p>
          <a:p>
            <a:pPr marL="0" indent="0">
              <a:buNone/>
            </a:pPr>
            <a:endParaRPr lang="de-DE" sz="2400">
              <a:solidFill>
                <a:srgbClr val="000000"/>
              </a:solidFill>
              <a:latin typeface="Consolas"/>
            </a:endParaRPr>
          </a:p>
          <a:p>
            <a:endParaRPr lang="de-DE" sz="2400">
              <a:solidFill>
                <a:srgbClr val="000000"/>
              </a:solidFill>
              <a:latin typeface="Consolas"/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9CEB0E-4B26-61E6-217A-5C6E09E2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28554B-11CE-645B-0389-1A3EA031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1338443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6672-14F6-5F04-4695-F3A80FD0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CC10E-B4B1-5E31-3635-D643CBB8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 dirty="0">
                <a:latin typeface="SimSun"/>
                <a:ea typeface="SimSun"/>
              </a:rPr>
              <a:t>–Regler Auslegung</a:t>
            </a:r>
            <a:endParaRPr lang="de-DE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BD57FA-EFCB-0943-37FA-D198F539B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331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 dirty="0">
                <a:latin typeface="Consolas"/>
                <a:ea typeface="+mn-lt"/>
                <a:cs typeface="+mn-lt"/>
              </a:rPr>
              <a:t>Methode: Ziegler – Nichols 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Starten mit niedriger Verstärkung Kp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Schrittweises erhöhen von Kp --&gt; System in Dauerschwingung (</a:t>
            </a:r>
            <a:r>
              <a:rPr lang="de-DE" sz="2400" dirty="0" err="1">
                <a:latin typeface="Consolas"/>
                <a:ea typeface="+mn-lt"/>
                <a:cs typeface="+mn-lt"/>
              </a:rPr>
              <a:t>K</a:t>
            </a:r>
            <a:r>
              <a:rPr lang="de-DE" sz="1800" dirty="0" err="1">
                <a:latin typeface="Consolas"/>
                <a:ea typeface="+mn-lt"/>
                <a:cs typeface="+mn-lt"/>
              </a:rPr>
              <a:t>krit</a:t>
            </a:r>
            <a:r>
              <a:rPr lang="de-DE" sz="2400" dirty="0">
                <a:latin typeface="Consolas"/>
                <a:ea typeface="+mn-lt"/>
                <a:cs typeface="+mn-lt"/>
              </a:rPr>
              <a:t>)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Kp = 0.5 * </a:t>
            </a:r>
            <a:r>
              <a:rPr lang="de-DE" sz="2400" dirty="0" err="1">
                <a:latin typeface="Consolas"/>
                <a:ea typeface="+mn-lt"/>
                <a:cs typeface="+mn-lt"/>
              </a:rPr>
              <a:t>K</a:t>
            </a:r>
            <a:r>
              <a:rPr lang="de-DE" sz="1800" dirty="0" err="1">
                <a:latin typeface="Consolas"/>
                <a:ea typeface="+mn-lt"/>
                <a:cs typeface="+mn-lt"/>
              </a:rPr>
              <a:t>krit</a:t>
            </a:r>
            <a:endParaRPr lang="de-DE" sz="2400" dirty="0">
              <a:latin typeface="Consolas"/>
              <a:ea typeface="+mn-lt"/>
              <a:cs typeface="+mn-lt"/>
            </a:endParaRPr>
          </a:p>
          <a:p>
            <a:endParaRPr lang="de-DE" sz="2400" dirty="0">
              <a:solidFill>
                <a:srgbClr val="000000"/>
              </a:solidFill>
              <a:latin typeface="Consolas"/>
            </a:endParaRPr>
          </a:p>
          <a:p>
            <a:endParaRPr lang="de-DE" dirty="0">
              <a:solidFill>
                <a:srgbClr val="000000"/>
              </a:solidFill>
            </a:endParaRPr>
          </a:p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F4B9E7-F6B2-AF4B-9689-D29A493E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069ABF-D65C-DD8A-8535-0EBD89B3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089140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4B0E-46A3-2632-51D8-CA3E0586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C144D-F6C5-4D65-32E6-D6E36DA1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–Quaternion --</a:t>
            </a:r>
            <a:r>
              <a:rPr lang="de-DE" sz="2800">
                <a:latin typeface="SimSun"/>
                <a:ea typeface="SimSun"/>
              </a:rPr>
              <a:t>&gt; Yaw</a:t>
            </a:r>
            <a:endParaRPr lang="de-DE" sz="2800" err="1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9FF351-C901-09BF-98A3-24550DE7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Quaternion zu Yaw</a:t>
            </a:r>
          </a:p>
          <a:p>
            <a:pPr>
              <a:buFont typeface="Arial"/>
              <a:buChar char="•"/>
            </a:pPr>
            <a:r>
              <a:rPr lang="de-DE" sz="2400" dirty="0" err="1">
                <a:latin typeface="Consolas"/>
                <a:ea typeface="+mn-lt"/>
                <a:cs typeface="+mn-lt"/>
              </a:rPr>
              <a:t>Odometry</a:t>
            </a:r>
            <a:r>
              <a:rPr lang="de-DE" sz="2400" dirty="0">
                <a:latin typeface="Consolas"/>
                <a:ea typeface="+mn-lt"/>
                <a:cs typeface="+mn-lt"/>
              </a:rPr>
              <a:t> liefert --&gt; Quaternion (x, y, z, w)</a:t>
            </a:r>
          </a:p>
          <a:p>
            <a:pPr>
              <a:buFont typeface="Arial"/>
              <a:buChar char="•"/>
            </a:pPr>
            <a:r>
              <a:rPr lang="de-DE" sz="2400" dirty="0">
                <a:latin typeface="Consolas"/>
                <a:ea typeface="+mn-lt"/>
                <a:cs typeface="+mn-lt"/>
              </a:rPr>
              <a:t>Yaw (Drehung um Z-Achse) relevant --&gt; Bewegung im 2D raum</a:t>
            </a:r>
          </a:p>
          <a:p>
            <a:pPr>
              <a:buFont typeface="Arial"/>
              <a:buChar char="•"/>
            </a:pPr>
            <a:endParaRPr lang="de-DE" sz="2400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de-DE" sz="2400" b="1" dirty="0">
                <a:latin typeface="Consolas"/>
                <a:ea typeface="+mn-lt"/>
                <a:cs typeface="+mn-lt"/>
              </a:rPr>
              <a:t>Verwendung im System:</a:t>
            </a:r>
            <a:endParaRPr lang="de-DE" sz="2400" dirty="0">
              <a:latin typeface="Consolas"/>
            </a:endParaRPr>
          </a:p>
          <a:p>
            <a:pPr>
              <a:buFont typeface="Arial,Sans-Serif"/>
              <a:buChar char="•"/>
            </a:pPr>
            <a:r>
              <a:rPr lang="de-DE" sz="2400" dirty="0" err="1">
                <a:latin typeface="Consolas"/>
                <a:ea typeface="+mn-lt"/>
                <a:cs typeface="+mn-lt"/>
              </a:rPr>
              <a:t>InitLogic</a:t>
            </a:r>
            <a:r>
              <a:rPr lang="de-DE" sz="2400" dirty="0">
                <a:latin typeface="Consolas"/>
                <a:ea typeface="+mn-lt"/>
                <a:cs typeface="+mn-lt"/>
              </a:rPr>
              <a:t>: Gedrehten Winkel für Drehungen bestimmen</a:t>
            </a:r>
          </a:p>
          <a:p>
            <a:pPr>
              <a:buFont typeface="Arial"/>
              <a:buChar char="•"/>
            </a:pPr>
            <a:r>
              <a:rPr lang="de-DE" sz="2400" dirty="0" err="1">
                <a:latin typeface="Consolas"/>
                <a:ea typeface="+mn-lt"/>
                <a:cs typeface="+mn-lt"/>
              </a:rPr>
              <a:t>TurnLogic</a:t>
            </a:r>
            <a:r>
              <a:rPr lang="de-DE" sz="2400" dirty="0">
                <a:latin typeface="Consolas"/>
                <a:ea typeface="+mn-lt"/>
                <a:cs typeface="+mn-lt"/>
              </a:rPr>
              <a:t>: Gedrehten Winkel für Drehungen bestimmen</a:t>
            </a:r>
            <a:endParaRPr lang="de-DE" sz="2400" dirty="0">
              <a:latin typeface="Consolas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BC8E-A915-B84F-2003-D4B7780C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CD57FF-F7F5-80F8-61B0-D929CD0A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327899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9B0C-C6A4-B4D2-42E2-C4749C43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AA3F2-4FA0-5C48-6F99-E930373D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–Timing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D57E53-A9A4-CDDB-6433-C3EEE94CF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1" dirty="0" err="1">
                <a:latin typeface="Consolas"/>
                <a:ea typeface="+mn-lt"/>
                <a:cs typeface="+mn-lt"/>
              </a:rPr>
              <a:t>Timer</a:t>
            </a:r>
            <a:r>
              <a:rPr lang="de-DE" sz="2600" b="1" dirty="0">
                <a:latin typeface="Consolas"/>
                <a:ea typeface="+mn-lt"/>
                <a:cs typeface="+mn-lt"/>
              </a:rPr>
              <a:t> Raten: 0.1s</a:t>
            </a:r>
            <a:endParaRPr lang="de-DE" dirty="0"/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Herleitung aus Echtzeitfähigkeit </a:t>
            </a: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Keine Überlastung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 dirty="0"/>
          </a:p>
          <a:p>
            <a:pPr marL="0" indent="0">
              <a:buNone/>
            </a:pPr>
            <a:r>
              <a:rPr lang="de-DE" sz="2600" b="1" dirty="0" err="1">
                <a:latin typeface="Consolas"/>
                <a:ea typeface="+mn-lt"/>
                <a:cs typeface="+mn-lt"/>
              </a:rPr>
              <a:t>MutuallyExclusiveCallbackGroup</a:t>
            </a:r>
            <a:endParaRPr lang="de-DE" sz="2600" b="1" dirty="0">
              <a:latin typeface="Consolas"/>
              <a:ea typeface="+mn-lt"/>
              <a:cs typeface="+mn-lt"/>
            </a:endParaRPr>
          </a:p>
          <a:p>
            <a:r>
              <a:rPr lang="de-DE" sz="2400" dirty="0">
                <a:latin typeface="Consolas"/>
                <a:ea typeface="+mn-lt"/>
                <a:cs typeface="+mn-lt"/>
              </a:rPr>
              <a:t>Verhindert </a:t>
            </a:r>
            <a:r>
              <a:rPr lang="de-DE" sz="2400" dirty="0" err="1">
                <a:latin typeface="Consolas"/>
                <a:ea typeface="+mn-lt"/>
                <a:cs typeface="+mn-lt"/>
              </a:rPr>
              <a:t>race</a:t>
            </a:r>
            <a:r>
              <a:rPr lang="de-DE" sz="2400" dirty="0">
                <a:latin typeface="Consolas"/>
                <a:ea typeface="+mn-lt"/>
                <a:cs typeface="+mn-lt"/>
              </a:rPr>
              <a:t> </a:t>
            </a:r>
            <a:r>
              <a:rPr lang="de-DE" sz="2400" dirty="0" err="1">
                <a:latin typeface="Consolas"/>
                <a:ea typeface="+mn-lt"/>
                <a:cs typeface="+mn-lt"/>
              </a:rPr>
              <a:t>conditions</a:t>
            </a:r>
            <a:endParaRPr lang="de-DE" sz="2400" dirty="0">
              <a:latin typeface="Consolas"/>
              <a:ea typeface="+mn-lt"/>
              <a:cs typeface="+mn-lt"/>
            </a:endParaRPr>
          </a:p>
          <a:p>
            <a:r>
              <a:rPr lang="de-DE" sz="2400" dirty="0" err="1">
                <a:latin typeface="Consolas"/>
                <a:ea typeface="+mn-lt"/>
                <a:cs typeface="+mn-lt"/>
              </a:rPr>
              <a:t>Callbacks</a:t>
            </a:r>
            <a:r>
              <a:rPr lang="de-DE" sz="2400" dirty="0">
                <a:latin typeface="Consolas"/>
                <a:ea typeface="+mn-lt"/>
                <a:cs typeface="+mn-lt"/>
              </a:rPr>
              <a:t> laufen sequentiell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22108D-8E54-6273-03D7-1B5AC51E2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9F13D6-A23D-7168-A232-AC7091D3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412949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625E-4BAB-ABDE-565A-40A0988E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B0C7F-5C86-C35A-2FE5-83D2CC2F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–Datenfluss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A577EB-B25B-A41B-40E8-F684389AE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Event gesteuerte Ausführung</a:t>
            </a:r>
          </a:p>
          <a:p>
            <a:r>
              <a:rPr lang="de-DE" sz="2600" err="1">
                <a:latin typeface="Consolas"/>
                <a:ea typeface="+mn-lt"/>
                <a:cs typeface="+mn-lt"/>
              </a:rPr>
              <a:t>Listener-Callbacks</a:t>
            </a:r>
            <a:r>
              <a:rPr lang="de-DE" sz="2600">
                <a:latin typeface="Consolas"/>
                <a:ea typeface="+mn-lt"/>
                <a:cs typeface="+mn-lt"/>
              </a:rPr>
              <a:t> aktualisieren </a:t>
            </a:r>
            <a:r>
              <a:rPr lang="de-DE" sz="2600" err="1">
                <a:latin typeface="Consolas"/>
                <a:ea typeface="+mn-lt"/>
                <a:cs typeface="+mn-lt"/>
              </a:rPr>
              <a:t>Logic</a:t>
            </a:r>
            <a:r>
              <a:rPr lang="de-DE" sz="2600">
                <a:latin typeface="Consolas"/>
                <a:ea typeface="+mn-lt"/>
                <a:cs typeface="+mn-lt"/>
              </a:rPr>
              <a:t>-daten</a:t>
            </a:r>
          </a:p>
          <a:p>
            <a:endParaRPr lang="de-DE"/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Fehlerbehandlung</a:t>
            </a:r>
          </a:p>
          <a:p>
            <a:r>
              <a:rPr lang="de-DE" sz="3000" err="1">
                <a:latin typeface="Consolas"/>
                <a:ea typeface="+mn-lt"/>
                <a:cs typeface="+mn-lt"/>
              </a:rPr>
              <a:t>Logic</a:t>
            </a:r>
            <a:r>
              <a:rPr lang="de-DE" sz="3000">
                <a:latin typeface="Consolas"/>
                <a:ea typeface="+mn-lt"/>
                <a:cs typeface="+mn-lt"/>
              </a:rPr>
              <a:t> meldet Fehler </a:t>
            </a:r>
          </a:p>
          <a:p>
            <a:r>
              <a:rPr lang="de-DE" sz="3000">
                <a:latin typeface="Consolas"/>
                <a:ea typeface="+mn-lt"/>
                <a:cs typeface="+mn-lt"/>
              </a:rPr>
              <a:t>Server </a:t>
            </a:r>
            <a:r>
              <a:rPr lang="de-DE" sz="3000" err="1">
                <a:latin typeface="Consolas"/>
                <a:ea typeface="+mn-lt"/>
                <a:cs typeface="+mn-lt"/>
              </a:rPr>
              <a:t>handled</a:t>
            </a:r>
            <a:endParaRPr lang="de-DE" sz="3000">
              <a:latin typeface="Consola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Subscriber-Queue</a:t>
            </a:r>
          </a:p>
          <a:p>
            <a:r>
              <a:rPr lang="de-DE" sz="3000">
                <a:latin typeface="Consolas"/>
                <a:ea typeface="+mn-lt"/>
                <a:cs typeface="+mn-lt"/>
              </a:rPr>
              <a:t>Queue-Größe: 10</a:t>
            </a:r>
          </a:p>
          <a:p>
            <a:r>
              <a:rPr lang="de-DE" sz="3000">
                <a:latin typeface="Consolas"/>
                <a:ea typeface="+mn-lt"/>
                <a:cs typeface="+mn-lt"/>
              </a:rPr>
              <a:t>Verhindert Datenverluste bei Verzögerung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0D4AF6-86CC-3888-A74A-FBFC6009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18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8B238F-214D-EC5F-2415-CD28DA44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623903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B7DD4-7F51-C66D-25B6-8CBE25AB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1A3CD-BCA4-116F-8485-6C354AEA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–Executor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1DFD8D-2EBC-532B-14FB-49A730B4E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1" err="1">
                <a:latin typeface="Consolas"/>
                <a:ea typeface="+mn-lt"/>
                <a:cs typeface="+mn-lt"/>
              </a:rPr>
              <a:t>MultiThreadExecutor</a:t>
            </a:r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3000" err="1">
                <a:latin typeface="Consolas"/>
                <a:ea typeface="+mn-lt"/>
                <a:cs typeface="+mn-lt"/>
              </a:rPr>
              <a:t>num_threads</a:t>
            </a:r>
            <a:r>
              <a:rPr lang="de-DE" sz="3000">
                <a:latin typeface="Consolas"/>
                <a:ea typeface="+mn-lt"/>
                <a:cs typeface="+mn-lt"/>
              </a:rPr>
              <a:t> = 4</a:t>
            </a:r>
          </a:p>
          <a:p>
            <a:r>
              <a:rPr lang="de-DE" sz="3000" err="1">
                <a:latin typeface="Consolas"/>
                <a:ea typeface="+mn-lt"/>
                <a:cs typeface="+mn-lt"/>
              </a:rPr>
              <a:t>parallelität</a:t>
            </a:r>
            <a:endParaRPr lang="de-DE" sz="3000">
              <a:latin typeface="Consola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DF48BE-887C-4FE8-6C54-90E6C037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19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27925C-B132-F174-349A-AE4D2FBF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568732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AE3B-4405-8341-09F7-0CA75A39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567219-5AB0-AA17-AE06-D5F5DAE5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–Last-Valid-Value-Filter</a:t>
            </a:r>
            <a:endParaRPr lang="de-DE" sz="2800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E4C602-EE82-9014-FEAF-1AEC01794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1447"/>
            <a:ext cx="10515600" cy="125510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de-DE" sz="2600" b="1">
                <a:latin typeface="Consolas"/>
                <a:ea typeface="+mn-lt"/>
                <a:cs typeface="+mn-lt"/>
              </a:rPr>
              <a:t>Struktur: 3-Wert-Buffer (</a:t>
            </a:r>
            <a:r>
              <a:rPr lang="de-DE" sz="2600" b="1" err="1">
                <a:latin typeface="Consolas"/>
                <a:ea typeface="+mn-lt"/>
                <a:cs typeface="+mn-lt"/>
              </a:rPr>
              <a:t>first_data</a:t>
            </a:r>
            <a:r>
              <a:rPr lang="de-DE" sz="2600" b="1">
                <a:latin typeface="Consolas"/>
                <a:ea typeface="+mn-lt"/>
                <a:cs typeface="+mn-lt"/>
              </a:rPr>
              <a:t>, </a:t>
            </a:r>
            <a:r>
              <a:rPr lang="de-DE" sz="2600" b="1" err="1">
                <a:latin typeface="Consolas"/>
                <a:ea typeface="+mn-lt"/>
                <a:cs typeface="+mn-lt"/>
              </a:rPr>
              <a:t>second_data</a:t>
            </a:r>
            <a:r>
              <a:rPr lang="de-DE" sz="2600" b="1">
                <a:latin typeface="Consolas"/>
                <a:ea typeface="+mn-lt"/>
                <a:cs typeface="+mn-lt"/>
              </a:rPr>
              <a:t>, </a:t>
            </a:r>
            <a:r>
              <a:rPr lang="de-DE" sz="2600" b="1" err="1">
                <a:latin typeface="Consolas"/>
                <a:ea typeface="+mn-lt"/>
                <a:cs typeface="+mn-lt"/>
              </a:rPr>
              <a:t>third_data</a:t>
            </a:r>
            <a:r>
              <a:rPr lang="de-DE" sz="2600" b="1">
                <a:latin typeface="Consolas"/>
                <a:ea typeface="+mn-lt"/>
                <a:cs typeface="+mn-lt"/>
              </a:rPr>
              <a:t>)</a:t>
            </a:r>
            <a:endParaRPr lang="de-DE"/>
          </a:p>
          <a:p>
            <a:pPr marL="0" indent="0">
              <a:buNone/>
            </a:pPr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Implementierung: </a:t>
            </a:r>
            <a:r>
              <a:rPr lang="de-DE" sz="2600" b="1" err="1">
                <a:latin typeface="Consolas"/>
                <a:ea typeface="+mn-lt"/>
                <a:cs typeface="+mn-lt"/>
              </a:rPr>
              <a:t>filter_distance</a:t>
            </a:r>
            <a:r>
              <a:rPr lang="de-DE" sz="2600" b="1">
                <a:latin typeface="Consolas"/>
                <a:ea typeface="+mn-lt"/>
                <a:cs typeface="+mn-lt"/>
              </a:rPr>
              <a:t>() gibt neuesten Wert ≠ -1.0 zurück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E50F0F-1797-4890-27F2-C31E3AE9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0ACBFC-5A6A-EA72-6594-F6084F92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654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67FD-3F36-7BD3-E14F-1D4225A3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A4DB0-37C0-0F96-AF48-CD66B36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–Manuelle</a:t>
            </a:r>
            <a:r>
              <a:rPr lang="de-DE" sz="2800">
                <a:latin typeface="SimSun"/>
                <a:ea typeface="SimSun"/>
              </a:rPr>
              <a:t> Winkelberechnung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6FBE85-DB14-5971-C282-74F568AB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8685"/>
            <a:ext cx="10515600" cy="204063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Berechnung: angle = atan2(</a:t>
            </a:r>
            <a:r>
              <a:rPr lang="de-DE" sz="2600" b="1" err="1">
                <a:latin typeface="Consolas"/>
                <a:ea typeface="+mn-lt"/>
                <a:cs typeface="+mn-lt"/>
              </a:rPr>
              <a:t>x_offset</a:t>
            </a:r>
            <a:r>
              <a:rPr lang="de-DE" sz="2600" b="1">
                <a:latin typeface="Consolas"/>
                <a:ea typeface="+mn-lt"/>
                <a:cs typeface="+mn-lt"/>
              </a:rPr>
              <a:t>, </a:t>
            </a:r>
            <a:r>
              <a:rPr lang="de-DE" sz="2600" b="1" err="1">
                <a:latin typeface="Consolas"/>
                <a:ea typeface="+mn-lt"/>
                <a:cs typeface="+mn-lt"/>
              </a:rPr>
              <a:t>distance</a:t>
            </a:r>
            <a:r>
              <a:rPr lang="de-DE" sz="2600" b="1">
                <a:latin typeface="Consolas"/>
                <a:ea typeface="+mn-lt"/>
                <a:cs typeface="+mn-lt"/>
              </a:rPr>
              <a:t>)</a:t>
            </a:r>
            <a:endParaRPr lang="de-DE"/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Input: </a:t>
            </a:r>
            <a:r>
              <a:rPr lang="de-DE" sz="2600" b="1" err="1">
                <a:latin typeface="Consolas"/>
                <a:ea typeface="+mn-lt"/>
                <a:cs typeface="+mn-lt"/>
              </a:rPr>
              <a:t>tvec</a:t>
            </a:r>
            <a:r>
              <a:rPr lang="de-DE" sz="2600" b="1">
                <a:latin typeface="Consolas"/>
                <a:ea typeface="+mn-lt"/>
                <a:cs typeface="+mn-lt"/>
              </a:rPr>
              <a:t>[0] (X-Offset), </a:t>
            </a:r>
            <a:r>
              <a:rPr lang="de-DE" sz="2600" b="1" err="1">
                <a:latin typeface="Consolas"/>
                <a:ea typeface="+mn-lt"/>
                <a:cs typeface="+mn-lt"/>
              </a:rPr>
              <a:t>tvec</a:t>
            </a:r>
            <a:r>
              <a:rPr lang="de-DE" sz="2600" b="1">
                <a:latin typeface="Consolas"/>
                <a:ea typeface="+mn-lt"/>
                <a:cs typeface="+mn-lt"/>
              </a:rPr>
              <a:t>[2] (Z-Distanz) aus </a:t>
            </a:r>
            <a:r>
              <a:rPr lang="de-DE" sz="2600" b="1" err="1">
                <a:latin typeface="Consolas"/>
                <a:ea typeface="+mn-lt"/>
                <a:cs typeface="+mn-lt"/>
              </a:rPr>
              <a:t>solvePnP</a:t>
            </a:r>
            <a:endParaRPr lang="de-DE" sz="2600" b="1">
              <a:latin typeface="Consolas"/>
              <a:ea typeface="+mn-lt"/>
              <a:cs typeface="+mn-lt"/>
            </a:endParaRP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Output: Winkel in Radiant [-π, π]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D3E29C-7820-BE8E-D178-BF6D5283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F57E7D-B4F6-1646-CE91-5F6C2E7D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725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2A9A-DCA0-9C49-5DEB-C76C58E5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45BD9F-CED1-1D8E-2662-443B7035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Technische Details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–Marker-Prioritätslogik</a:t>
            </a:r>
            <a:endParaRPr lang="de-DE" sz="2800">
              <a:latin typeface="SimSun"/>
              <a:ea typeface="SimSun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220311-5CE5-AD7D-D549-FE41D8DC7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Auswahl: </a:t>
            </a:r>
            <a:endParaRPr lang="de-DE"/>
          </a:p>
          <a:p>
            <a:pPr marL="457200" lvl="2" indent="0">
              <a:spcBef>
                <a:spcPts val="1000"/>
              </a:spcBef>
              <a:buNone/>
            </a:pPr>
            <a:r>
              <a:rPr lang="de-DE" sz="1600" err="1">
                <a:latin typeface="Consolas"/>
              </a:rPr>
              <a:t>if</a:t>
            </a:r>
            <a:r>
              <a:rPr lang="de-DE" sz="1600">
                <a:latin typeface="Consolas"/>
              </a:rPr>
              <a:t> Marker 69 erkannt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de-DE" sz="1600">
                <a:latin typeface="Consolas"/>
              </a:rPr>
              <a:t>	verwende 69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de-DE" sz="1600" err="1">
                <a:latin typeface="Consolas"/>
              </a:rPr>
              <a:t>elif</a:t>
            </a:r>
            <a:r>
              <a:rPr lang="de-DE" sz="1600">
                <a:latin typeface="Consolas"/>
              </a:rPr>
              <a:t> Marker 0 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de-DE" sz="1600">
                <a:latin typeface="Consolas"/>
              </a:rPr>
              <a:t>	verwende 0 </a:t>
            </a:r>
          </a:p>
          <a:p>
            <a:pPr marL="228600" lvl="1">
              <a:spcBef>
                <a:spcPts val="1000"/>
              </a:spcBef>
            </a:pPr>
            <a:endParaRPr lang="de-DE" sz="2000">
              <a:latin typeface="Consolas"/>
            </a:endParaRPr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Zeitpunkt: Priorisierung BEVOR </a:t>
            </a:r>
            <a:r>
              <a:rPr lang="de-DE" sz="2600" b="1" err="1">
                <a:latin typeface="Consolas"/>
                <a:ea typeface="+mn-lt"/>
                <a:cs typeface="+mn-lt"/>
              </a:rPr>
              <a:t>solvePnP</a:t>
            </a:r>
            <a:r>
              <a:rPr lang="de-DE" sz="2600" b="1">
                <a:latin typeface="Consolas"/>
                <a:ea typeface="+mn-lt"/>
                <a:cs typeface="+mn-lt"/>
              </a:rPr>
              <a:t> aufgerufen wird</a:t>
            </a: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Vorteil: Spart Rechenzeit, unnötige Pose-</a:t>
            </a:r>
            <a:r>
              <a:rPr lang="de-DE" sz="2600" b="1" err="1">
                <a:latin typeface="Consolas"/>
                <a:ea typeface="+mn-lt"/>
                <a:cs typeface="+mn-lt"/>
              </a:rPr>
              <a:t>Estimationen</a:t>
            </a:r>
            <a:r>
              <a:rPr lang="de-DE" sz="2600" b="1">
                <a:latin typeface="Consolas"/>
                <a:ea typeface="+mn-lt"/>
                <a:cs typeface="+mn-lt"/>
              </a:rPr>
              <a:t> werden übersprungen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E0426E-EA49-AA4A-4654-52F9A38A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BB10ED-E983-99DB-A2D5-ECCDAB30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774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5245-09BE-A33C-970A-79F1F002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629D6-077A-DDF3-90A7-2DE69ED2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Anpassungen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E62E46-B5E2-A38E-6AE1-19B1DCC54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8742"/>
            <a:ext cx="10515600" cy="26205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Ursprüngliche Planung</a:t>
            </a:r>
            <a:endParaRPr lang="de-DE"/>
          </a:p>
          <a:p>
            <a:r>
              <a:rPr lang="de-DE" sz="2600">
                <a:latin typeface="Consolas"/>
                <a:ea typeface="+mn-lt"/>
                <a:cs typeface="+mn-lt"/>
              </a:rPr>
              <a:t>Eigenen Marker selbst entwickeln</a:t>
            </a:r>
          </a:p>
          <a:p>
            <a:pPr lvl="1"/>
            <a:endParaRPr lang="de-DE" sz="1600">
              <a:latin typeface="Consolas"/>
            </a:endParaRPr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Gründe für Änderung</a:t>
            </a:r>
          </a:p>
          <a:p>
            <a:pPr>
              <a:buFont typeface="Arial,Sans-Serif" panose="020B0604020202020204" pitchFamily="34" charset="0"/>
            </a:pPr>
            <a:r>
              <a:rPr lang="de-DE" sz="2600">
                <a:latin typeface="Consolas"/>
                <a:ea typeface="+mn-lt"/>
                <a:cs typeface="+mn-lt"/>
              </a:rPr>
              <a:t>Deutlich weniger Entwicklungszeit notwendig</a:t>
            </a:r>
          </a:p>
          <a:p>
            <a:pPr lvl="1">
              <a:buFont typeface="Arial,Sans-Serif" panose="020B0604020202020204" pitchFamily="34" charset="0"/>
            </a:pPr>
            <a:endParaRPr lang="de-DE" sz="2600" b="1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Finale Lösung</a:t>
            </a:r>
          </a:p>
          <a:p>
            <a:pPr>
              <a:buFont typeface="Arial,Sans-Serif" panose="020B0604020202020204" pitchFamily="34" charset="0"/>
            </a:pPr>
            <a:r>
              <a:rPr lang="de-DE" sz="2600" err="1">
                <a:latin typeface="Consolas"/>
                <a:ea typeface="+mn-lt"/>
                <a:cs typeface="+mn-lt"/>
              </a:rPr>
              <a:t>OpenCV</a:t>
            </a:r>
            <a:r>
              <a:rPr lang="de-DE" sz="2600">
                <a:latin typeface="Consolas"/>
                <a:ea typeface="+mn-lt"/>
                <a:cs typeface="+mn-lt"/>
              </a:rPr>
              <a:t> eigene Funktionen verwenden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8AAB8-C92F-9E6D-FC0C-CD629704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E0FA42-34CC-8533-7F1E-988B1F85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85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F4CF-D180-B2C1-05B0-4243BBA1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1C4B7-5FC1-AF4B-E16A-F570BA58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</a:t>
            </a:r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</a:t>
            </a:r>
            <a:r>
              <a:rPr lang="de-DE" sz="2800">
                <a:latin typeface="SimSun"/>
                <a:ea typeface="SimSun"/>
              </a:rPr>
              <a:t>Vision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C452C7-DA26-63D0-0C23-26716A484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>
                <a:latin typeface="Consolas"/>
              </a:rPr>
              <a:t>Bewährte Lösungen nutzen</a:t>
            </a:r>
            <a:endParaRPr lang="de-DE"/>
          </a:p>
          <a:p>
            <a:r>
              <a:rPr lang="de-DE" sz="2600">
                <a:latin typeface="Consolas"/>
                <a:ea typeface="+mn-lt"/>
                <a:cs typeface="+mn-lt"/>
              </a:rPr>
              <a:t>Statt alles selbst zu bauen: Existierende Lösungen prüfen</a:t>
            </a:r>
          </a:p>
          <a:p>
            <a:endParaRPr lang="de-DE" sz="2400">
              <a:latin typeface="Consolas"/>
            </a:endParaRPr>
          </a:p>
          <a:p>
            <a:pPr marL="0" indent="0">
              <a:buNone/>
            </a:pPr>
            <a:r>
              <a:rPr lang="de-DE" sz="2400" b="1">
                <a:latin typeface="Consolas"/>
              </a:rPr>
              <a:t>Unit Tests früh schreiben</a:t>
            </a:r>
          </a:p>
          <a:p>
            <a:endParaRPr lang="de-DE" sz="2400" b="1">
              <a:latin typeface="Consolas"/>
            </a:endParaRPr>
          </a:p>
          <a:p>
            <a:pPr marL="0" indent="0">
              <a:buNone/>
            </a:pPr>
            <a:r>
              <a:rPr lang="de-DE" sz="2400" b="1">
                <a:latin typeface="Consolas"/>
              </a:rPr>
              <a:t>Robuste Methoden von Anfang an</a:t>
            </a:r>
          </a:p>
          <a:p>
            <a:r>
              <a:rPr lang="de-DE" sz="2600" err="1">
                <a:latin typeface="Consolas"/>
                <a:ea typeface="+mn-lt"/>
                <a:cs typeface="+mn-lt"/>
              </a:rPr>
              <a:t>Charuco</a:t>
            </a:r>
            <a:r>
              <a:rPr lang="de-DE" sz="2600">
                <a:latin typeface="Consolas"/>
                <a:ea typeface="+mn-lt"/>
                <a:cs typeface="+mn-lt"/>
              </a:rPr>
              <a:t>-Kalibrierung anstatt </a:t>
            </a:r>
            <a:r>
              <a:rPr lang="de-DE" sz="2600" err="1">
                <a:latin typeface="Consolas"/>
                <a:ea typeface="+mn-lt"/>
                <a:cs typeface="+mn-lt"/>
              </a:rPr>
              <a:t>Chessboard</a:t>
            </a:r>
            <a:r>
              <a:rPr lang="de-DE" sz="2600">
                <a:latin typeface="Consolas"/>
                <a:ea typeface="+mn-lt"/>
                <a:cs typeface="+mn-lt"/>
              </a:rPr>
              <a:t>-Kalibrierung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E6E30C-702F-0DB4-255A-16AB0B78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89BF84-B4E2-F21C-CF97-70089641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269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E434-87E9-3063-509B-61D5E632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82142-8C73-0574-1EFD-4910AA6B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Lessons 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–Softwarearchitektur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635F1B-A6ED-9ECE-12E3-D028CFE2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b="1" dirty="0">
                <a:latin typeface="Consolas"/>
                <a:ea typeface="+mn-lt"/>
                <a:cs typeface="+mn-lt"/>
              </a:rPr>
              <a:t>SW-Architektur vor Implementierung</a:t>
            </a:r>
          </a:p>
          <a:p>
            <a:r>
              <a:rPr lang="de-DE" sz="2600" b="1" dirty="0">
                <a:latin typeface="Consolas"/>
                <a:ea typeface="+mn-lt"/>
                <a:cs typeface="+mn-lt"/>
              </a:rPr>
              <a:t>Aufteilung in Actions</a:t>
            </a:r>
          </a:p>
          <a:p>
            <a:r>
              <a:rPr lang="de-DE" sz="2600" b="1" dirty="0">
                <a:latin typeface="Consolas"/>
                <a:ea typeface="+mn-lt"/>
                <a:cs typeface="+mn-lt"/>
              </a:rPr>
              <a:t>Verständnis über Datenflüsse</a:t>
            </a:r>
          </a:p>
          <a:p>
            <a:r>
              <a:rPr lang="de-DE" sz="2600" b="1" dirty="0">
                <a:latin typeface="Consolas"/>
                <a:ea typeface="+mn-lt"/>
                <a:cs typeface="+mn-lt"/>
              </a:rPr>
              <a:t>Verantwortlichkeiten</a:t>
            </a:r>
          </a:p>
          <a:p>
            <a:r>
              <a:rPr lang="de-DE" sz="2600" b="1" dirty="0">
                <a:latin typeface="Consolas"/>
                <a:ea typeface="+mn-lt"/>
                <a:cs typeface="+mn-lt"/>
              </a:rPr>
              <a:t>Wartbarkeit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0805C5-0776-DEDC-91B1-1C207046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8E04E-932F-DD67-0FFC-927B969C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3728183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B484-051A-7BDC-B4A5-79871AFD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2ECC5-DF3B-CD8E-6061-0D4D6820B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</a:t>
            </a:r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–Big-Bang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8B9D1-30A4-7C74-C59C-8AE4C35F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b="1">
                <a:latin typeface="Consolas"/>
                <a:ea typeface="+mn-lt"/>
                <a:cs typeface="+mn-lt"/>
              </a:rPr>
              <a:t>schwer planbar</a:t>
            </a:r>
          </a:p>
          <a:p>
            <a:r>
              <a:rPr lang="de-DE" sz="2600" b="1">
                <a:latin typeface="Consolas"/>
                <a:ea typeface="+mn-lt"/>
                <a:cs typeface="+mn-lt"/>
              </a:rPr>
              <a:t>fehleranfällig</a:t>
            </a:r>
          </a:p>
          <a:p>
            <a:r>
              <a:rPr lang="de-DE" sz="2600" b="1">
                <a:latin typeface="Consolas"/>
                <a:ea typeface="+mn-lt"/>
                <a:cs typeface="+mn-lt"/>
              </a:rPr>
              <a:t>hoher Koordinationsaufwand</a:t>
            </a:r>
          </a:p>
          <a:p>
            <a:r>
              <a:rPr lang="de-DE" sz="2600" b="1">
                <a:latin typeface="Consolas"/>
                <a:ea typeface="+mn-lt"/>
                <a:cs typeface="+mn-lt"/>
              </a:rPr>
              <a:t>gute Tests erforderlich</a:t>
            </a:r>
          </a:p>
          <a:p>
            <a:endParaRPr lang="de-DE" sz="2600" b="1">
              <a:latin typeface="Consolas"/>
              <a:ea typeface="+mn-lt"/>
              <a:cs typeface="+mn-lt"/>
            </a:endParaRPr>
          </a:p>
          <a:p>
            <a:r>
              <a:rPr lang="de-DE" sz="2600" b="1">
                <a:latin typeface="Consolas"/>
                <a:ea typeface="+mn-lt"/>
                <a:cs typeface="+mn-lt"/>
              </a:rPr>
              <a:t>bei kleinen Projekten machbar</a:t>
            </a:r>
          </a:p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DB7A4E-FBD2-D754-31C1-7BD7B4D5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B5E762-5EF4-4B7B-DC90-B9848CE2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1137188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9EF8-5FF0-C5D2-8214-FDCB902F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0D56C-1868-FD34-F4B4-CE86D6B0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2726" cy="1347027"/>
          </a:xfrm>
        </p:spPr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</a:t>
            </a:r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–Framework &amp; Dokumentation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DF8343-00B2-51F2-E453-DCF29752B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1" err="1">
                <a:latin typeface="Consolas"/>
                <a:ea typeface="+mn-lt"/>
                <a:cs typeface="+mn-lt"/>
              </a:rPr>
              <a:t>inovative</a:t>
            </a:r>
            <a:r>
              <a:rPr lang="de-DE" sz="2600" b="1">
                <a:latin typeface="Consolas"/>
                <a:ea typeface="+mn-lt"/>
                <a:cs typeface="+mn-lt"/>
              </a:rPr>
              <a:t> Nutzung ohne tiefes Systemwissen erschwert bei ROS2 </a:t>
            </a:r>
            <a:endParaRPr lang="de-DE"/>
          </a:p>
          <a:p>
            <a:endParaRPr lang="de-DE"/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ROS2 + ARM-System + </a:t>
            </a:r>
            <a:r>
              <a:rPr lang="de-DE" sz="2600" b="1" err="1">
                <a:latin typeface="Consolas"/>
                <a:ea typeface="+mn-lt"/>
                <a:cs typeface="+mn-lt"/>
              </a:rPr>
              <a:t>spin_once</a:t>
            </a:r>
            <a:r>
              <a:rPr lang="de-DE" sz="2600" b="1">
                <a:latin typeface="Consolas"/>
                <a:ea typeface="+mn-lt"/>
                <a:cs typeface="+mn-lt"/>
              </a:rPr>
              <a:t>() </a:t>
            </a:r>
          </a:p>
          <a:p>
            <a:r>
              <a:rPr lang="de-DE" sz="2600">
                <a:latin typeface="Consolas"/>
                <a:ea typeface="+mn-lt"/>
                <a:cs typeface="+mn-lt"/>
              </a:rPr>
              <a:t>Lange </a:t>
            </a:r>
            <a:r>
              <a:rPr lang="de-DE" sz="2600" err="1">
                <a:latin typeface="Consolas"/>
                <a:ea typeface="+mn-lt"/>
                <a:cs typeface="+mn-lt"/>
              </a:rPr>
              <a:t>debuging</a:t>
            </a:r>
            <a:r>
              <a:rPr lang="de-DE" sz="2600">
                <a:latin typeface="Consolas"/>
                <a:ea typeface="+mn-lt"/>
                <a:cs typeface="+mn-lt"/>
              </a:rPr>
              <a:t> </a:t>
            </a:r>
            <a:r>
              <a:rPr lang="de-DE" sz="2600" err="1">
                <a:latin typeface="Consolas"/>
                <a:ea typeface="+mn-lt"/>
                <a:cs typeface="+mn-lt"/>
              </a:rPr>
              <a:t>sessions</a:t>
            </a:r>
            <a:endParaRPr lang="de-DE" sz="2600">
              <a:latin typeface="Consola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ROS2 Framework</a:t>
            </a:r>
          </a:p>
          <a:p>
            <a:r>
              <a:rPr lang="de-DE" sz="2600">
                <a:latin typeface="Consolas"/>
                <a:ea typeface="+mn-lt"/>
                <a:cs typeface="+mn-lt"/>
              </a:rPr>
              <a:t>Dokumentation unvollständig</a:t>
            </a:r>
          </a:p>
          <a:p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9A3149-275E-EB0C-992E-5E7CCFEA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CB456D-EFFE-96BD-58CC-902C3BA3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925966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17F7-1695-0999-637B-ABB39538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FBE83-5B4B-B1B0-3CDE-95452DA7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49194" cy="1354499"/>
          </a:xfrm>
        </p:spPr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</a:t>
            </a:r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–Framework &amp; Sprache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3E7231-FBD1-7A30-B0EB-9DFEE0539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600" b="1">
                <a:latin typeface="Consolas"/>
                <a:ea typeface="+mn-lt"/>
                <a:cs typeface="+mn-lt"/>
              </a:rPr>
              <a:t>Iterative Entwicklung vereinfacht die Bugs bei schlechter Framework Dokumentation</a:t>
            </a:r>
            <a:endParaRPr lang="en-US" sz="2600" b="1">
              <a:latin typeface="Consolas"/>
              <a:ea typeface="+mn-lt"/>
              <a:cs typeface="+mn-lt"/>
            </a:endParaRPr>
          </a:p>
          <a:p>
            <a:endParaRPr lang="de-DE"/>
          </a:p>
          <a:p>
            <a:pPr marL="0" indent="0">
              <a:buNone/>
            </a:pPr>
            <a:r>
              <a:rPr lang="de-DE" sz="2600" b="1" err="1">
                <a:latin typeface="Consolas"/>
                <a:ea typeface="+mn-lt"/>
                <a:cs typeface="+mn-lt"/>
              </a:rPr>
              <a:t>script</a:t>
            </a:r>
            <a:r>
              <a:rPr lang="de-DE" sz="2600" b="1">
                <a:latin typeface="Consolas"/>
                <a:ea typeface="+mn-lt"/>
                <a:cs typeface="+mn-lt"/>
              </a:rPr>
              <a:t>-Sprache + </a:t>
            </a:r>
            <a:r>
              <a:rPr lang="de-DE" sz="2600" b="1" err="1">
                <a:latin typeface="Consolas"/>
                <a:ea typeface="+mn-lt"/>
                <a:cs typeface="+mn-lt"/>
              </a:rPr>
              <a:t>typed</a:t>
            </a:r>
            <a:r>
              <a:rPr lang="de-DE" sz="2600" b="1">
                <a:latin typeface="Consolas"/>
                <a:ea typeface="+mn-lt"/>
                <a:cs typeface="+mn-lt"/>
              </a:rPr>
              <a:t> </a:t>
            </a:r>
            <a:r>
              <a:rPr lang="de-DE" sz="2600" b="1" err="1">
                <a:latin typeface="Consolas"/>
                <a:ea typeface="+mn-lt"/>
                <a:cs typeface="+mn-lt"/>
              </a:rPr>
              <a:t>framework</a:t>
            </a:r>
            <a:r>
              <a:rPr lang="de-DE" sz="2600" b="1">
                <a:latin typeface="Consolas"/>
                <a:ea typeface="+mn-lt"/>
                <a:cs typeface="+mn-lt"/>
              </a:rPr>
              <a:t> </a:t>
            </a:r>
            <a:endParaRPr lang="en-US" sz="2600" b="1">
              <a:latin typeface="Consolas"/>
              <a:ea typeface="+mn-lt"/>
              <a:cs typeface="+mn-lt"/>
            </a:endParaRPr>
          </a:p>
          <a:p>
            <a:r>
              <a:rPr lang="de-DE" sz="2600">
                <a:latin typeface="Consolas"/>
                <a:ea typeface="+mn-lt"/>
                <a:cs typeface="+mn-lt"/>
              </a:rPr>
              <a:t>type-errors</a:t>
            </a:r>
            <a:endParaRPr lang="en-US" sz="2600">
              <a:latin typeface="Consolas"/>
              <a:ea typeface="+mn-lt"/>
              <a:cs typeface="+mn-lt"/>
            </a:endParaRPr>
          </a:p>
          <a:p>
            <a:r>
              <a:rPr lang="de-DE" sz="2600" err="1">
                <a:latin typeface="Consolas"/>
                <a:ea typeface="+mn-lt"/>
                <a:cs typeface="+mn-lt"/>
              </a:rPr>
              <a:t>unit</a:t>
            </a:r>
            <a:r>
              <a:rPr lang="de-DE" sz="2600">
                <a:latin typeface="Consolas"/>
                <a:ea typeface="+mn-lt"/>
                <a:cs typeface="+mn-lt"/>
              </a:rPr>
              <a:t>-Tests gegen </a:t>
            </a:r>
            <a:r>
              <a:rPr lang="de-DE" sz="2600" err="1">
                <a:latin typeface="Consolas"/>
                <a:ea typeface="+mn-lt"/>
                <a:cs typeface="+mn-lt"/>
              </a:rPr>
              <a:t>gegen</a:t>
            </a:r>
            <a:r>
              <a:rPr lang="de-DE" sz="2600">
                <a:latin typeface="Consolas"/>
                <a:ea typeface="+mn-lt"/>
                <a:cs typeface="+mn-lt"/>
              </a:rPr>
              <a:t> </a:t>
            </a:r>
            <a:r>
              <a:rPr lang="de-DE" sz="2600" err="1">
                <a:latin typeface="Consolas"/>
                <a:ea typeface="+mn-lt"/>
                <a:cs typeface="+mn-lt"/>
              </a:rPr>
              <a:t>Types</a:t>
            </a:r>
            <a:r>
              <a:rPr lang="de-DE" sz="2600">
                <a:latin typeface="Consolas"/>
                <a:ea typeface="+mn-lt"/>
                <a:cs typeface="+mn-lt"/>
              </a:rPr>
              <a:t> </a:t>
            </a:r>
            <a:r>
              <a:rPr lang="de-DE" sz="2600" err="1">
                <a:latin typeface="Consolas"/>
                <a:ea typeface="+mn-lt"/>
                <a:cs typeface="+mn-lt"/>
              </a:rPr>
              <a:t>notwenig</a:t>
            </a:r>
            <a:endParaRPr lang="en-US" sz="2600">
              <a:latin typeface="Consolas"/>
              <a:ea typeface="+mn-lt"/>
              <a:cs typeface="+mn-lt"/>
            </a:endParaRPr>
          </a:p>
          <a:p>
            <a:r>
              <a:rPr lang="de-DE" sz="2600">
                <a:latin typeface="Consolas"/>
                <a:ea typeface="+mn-lt"/>
                <a:cs typeface="+mn-lt"/>
              </a:rPr>
              <a:t>Null </a:t>
            </a:r>
            <a:r>
              <a:rPr lang="de-DE" sz="2600" err="1">
                <a:latin typeface="Consolas"/>
                <a:ea typeface="+mn-lt"/>
                <a:cs typeface="+mn-lt"/>
              </a:rPr>
              <a:t>values</a:t>
            </a:r>
            <a:r>
              <a:rPr lang="de-DE" sz="2600">
                <a:latin typeface="Consolas"/>
                <a:ea typeface="+mn-lt"/>
                <a:cs typeface="+mn-lt"/>
              </a:rPr>
              <a:t> vermeiden</a:t>
            </a:r>
          </a:p>
          <a:p>
            <a:endParaRPr lang="de-DE"/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2C3636-36AE-0FB9-D83B-2BA96020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28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B3582F-0C06-604B-50EC-BF79DD8F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4290269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2CCE4-160D-58B2-008B-BF9418E4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CAB35-2FF2-2676-64E5-CF641C69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7448" cy="1354499"/>
          </a:xfrm>
        </p:spPr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–Interface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454558-1381-F224-8483-FE6FB8AFF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Einheitliche Modul-Schnittstellen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Erleichtert Wartbarkeit und Verständlichkeit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Schnelle Implementierung neuer Module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Klare Trennung von Ein- und Ausgaben</a:t>
            </a:r>
          </a:p>
          <a:p>
            <a:pPr marL="0" indent="0">
              <a:buNone/>
            </a:pPr>
            <a:endParaRPr lang="de-DE" sz="2000">
              <a:latin typeface="Consola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AF47E8-90ED-95DF-DFF3-91F04036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29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DB9586-7829-C195-3869-8A5F8A5D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3132756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F696-3AE6-FFF0-549E-2DB543B4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E9157-1CAD-B856-B859-3F0B8C0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7448" cy="1354499"/>
          </a:xfrm>
        </p:spPr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–Unit-Tests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27C73F-601A-BBE1-31AA-B409B3E06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Frühe Fehlererkennung</a:t>
            </a:r>
            <a:endParaRPr lang="de-DE"/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Sicheres Refactoring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Isoliertes Testen der Module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Validierte Zustandsübergänge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Dokumentation des Soll-Verhaltens</a:t>
            </a:r>
          </a:p>
          <a:p>
            <a:pPr>
              <a:buNone/>
            </a:pPr>
            <a:endParaRPr lang="de-DE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de-DE" sz="2000"/>
          </a:p>
          <a:p>
            <a:pPr marL="0" indent="0">
              <a:buNone/>
            </a:pPr>
            <a:endParaRPr lang="de-DE" sz="2000">
              <a:latin typeface="Consola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0D6121-7657-5B2F-73AB-388DA3F0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30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EF55F6-E6FF-96FD-3BD9-92792D6F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3689922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A15B-3C41-460D-ECB8-D358AE40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82C7B-D621-A26A-7901-99959F7A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7448" cy="1354499"/>
          </a:xfrm>
        </p:spPr>
        <p:txBody>
          <a:bodyPr/>
          <a:lstStyle/>
          <a:p>
            <a:r>
              <a:rPr lang="de-DE" b="1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>
                <a:solidFill>
                  <a:srgbClr val="F08000"/>
                </a:solidFill>
                <a:latin typeface="SimSun"/>
                <a:ea typeface="SimSun"/>
              </a:rPr>
              <a:t> Learned</a:t>
            </a:r>
            <a:r>
              <a:rPr lang="de-DE" sz="2800">
                <a:solidFill>
                  <a:srgbClr val="000000"/>
                </a:solidFill>
                <a:latin typeface="SimSun"/>
                <a:ea typeface="SimSun"/>
              </a:rPr>
              <a:t>–Modulare Aufgabentrennung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BDC9D1-E910-7FCF-9D96-BA5AC5A66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b="1">
                <a:latin typeface="Consolas"/>
                <a:ea typeface="+mn-lt"/>
                <a:cs typeface="+mn-lt"/>
              </a:rPr>
              <a:t>Klare Verantwortlichkeiten</a:t>
            </a:r>
            <a:endParaRPr lang="de-DE"/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Einfache Fehlersuche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Unabhängige Module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Leichte Erweiterbarkeit</a:t>
            </a:r>
          </a:p>
          <a:p>
            <a:pPr>
              <a:buFont typeface="Arial"/>
              <a:buChar char="•"/>
            </a:pPr>
            <a:r>
              <a:rPr lang="de-DE" sz="2600" b="1">
                <a:latin typeface="Consolas"/>
                <a:ea typeface="+mn-lt"/>
                <a:cs typeface="+mn-lt"/>
              </a:rPr>
              <a:t>Hohe Wiederverwendbarkeit</a:t>
            </a:r>
          </a:p>
          <a:p>
            <a:pPr>
              <a:buFont typeface="Arial"/>
              <a:buChar char="•"/>
            </a:pPr>
            <a:endParaRPr lang="de-DE"/>
          </a:p>
          <a:p>
            <a:pPr>
              <a:buNone/>
            </a:pPr>
            <a:endParaRPr lang="de-DE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de-DE" sz="2000"/>
          </a:p>
          <a:p>
            <a:pPr marL="0" indent="0">
              <a:buNone/>
            </a:pPr>
            <a:endParaRPr lang="de-DE" sz="2000">
              <a:latin typeface="Consola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8F6583-3497-6824-7D59-113278E1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31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B7A923-09BC-A5EF-4956-149A8BEB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1556810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FAAE-CB99-F0DB-10AF-E974C16C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43495-AEC3-D1E1-0484-509EC6F6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7448" cy="1354499"/>
          </a:xfrm>
        </p:spPr>
        <p:txBody>
          <a:bodyPr/>
          <a:lstStyle/>
          <a:p>
            <a:r>
              <a:rPr lang="de-DE" b="1" dirty="0" err="1">
                <a:solidFill>
                  <a:srgbClr val="F08000"/>
                </a:solidFill>
                <a:latin typeface="SimSun"/>
                <a:ea typeface="SimSun"/>
              </a:rPr>
              <a:t>Lessons</a:t>
            </a:r>
            <a:r>
              <a:rPr lang="de-DE" b="1" dirty="0">
                <a:solidFill>
                  <a:srgbClr val="F08000"/>
                </a:solidFill>
                <a:latin typeface="SimSun"/>
                <a:ea typeface="SimSun"/>
              </a:rPr>
              <a:t> </a:t>
            </a:r>
            <a:r>
              <a:rPr lang="de-DE" b="1" dirty="0" err="1">
                <a:solidFill>
                  <a:srgbClr val="F08000"/>
                </a:solidFill>
                <a:latin typeface="SimSun"/>
                <a:ea typeface="SimSun"/>
              </a:rPr>
              <a:t>Learned</a:t>
            </a:r>
            <a:r>
              <a:rPr lang="de-DE" sz="2800" dirty="0">
                <a:solidFill>
                  <a:srgbClr val="000000"/>
                </a:solidFill>
                <a:latin typeface="SimSun"/>
                <a:ea typeface="SimSun"/>
              </a:rPr>
              <a:t>–Weitere Erkenntnisse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086672-C0BE-BBFC-4CC2-7D5DB59CD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780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de-DE" sz="2600" b="1" dirty="0" err="1">
                <a:latin typeface="Consolas"/>
              </a:rPr>
              <a:t>Config</a:t>
            </a:r>
            <a:r>
              <a:rPr lang="de-DE" sz="2600" b="1" dirty="0">
                <a:latin typeface="Consolas"/>
              </a:rPr>
              <a:t>-File</a:t>
            </a:r>
          </a:p>
          <a:p>
            <a:pPr>
              <a:buFont typeface="Arial"/>
              <a:buChar char="•"/>
            </a:pPr>
            <a:r>
              <a:rPr lang="de-DE" sz="2600" dirty="0">
                <a:latin typeface="Consolas"/>
                <a:ea typeface="+mn-lt"/>
                <a:cs typeface="+mn-lt"/>
              </a:rPr>
              <a:t>Zentrale Parameterverwaltung</a:t>
            </a:r>
          </a:p>
          <a:p>
            <a:pPr>
              <a:buFont typeface="Arial"/>
              <a:buChar char="•"/>
            </a:pPr>
            <a:r>
              <a:rPr lang="de-DE" sz="2600" dirty="0">
                <a:latin typeface="Consolas"/>
                <a:ea typeface="+mn-lt"/>
                <a:cs typeface="+mn-lt"/>
              </a:rPr>
              <a:t>Schnelles Tuning möglich</a:t>
            </a:r>
            <a:endParaRPr lang="de-DE" sz="2600" dirty="0">
              <a:latin typeface="Consolas"/>
            </a:endParaRPr>
          </a:p>
          <a:p>
            <a:pPr>
              <a:buFont typeface="Arial"/>
              <a:buChar char="•"/>
            </a:pPr>
            <a:endParaRPr lang="de-DE" sz="2600" dirty="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600" b="1" dirty="0">
                <a:latin typeface="Consolas"/>
                <a:ea typeface="+mn-lt"/>
                <a:cs typeface="+mn-lt"/>
              </a:rPr>
              <a:t>Gemeinsame Funktionen</a:t>
            </a:r>
          </a:p>
          <a:p>
            <a:pPr>
              <a:buFont typeface="Arial"/>
              <a:buChar char="•"/>
            </a:pPr>
            <a:r>
              <a:rPr lang="de-DE" sz="2600" dirty="0">
                <a:latin typeface="Consolas"/>
                <a:ea typeface="+mn-lt"/>
                <a:cs typeface="+mn-lt"/>
              </a:rPr>
              <a:t>Gemeinsame Funktionen vermeiden Duplikate</a:t>
            </a:r>
            <a:endParaRPr lang="de-DE" sz="2600" dirty="0">
              <a:latin typeface="Consolas"/>
            </a:endParaRPr>
          </a:p>
          <a:p>
            <a:pPr>
              <a:buFont typeface="Arial"/>
              <a:buChar char="•"/>
            </a:pPr>
            <a:endParaRPr lang="de-DE" sz="2600" dirty="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de-DE" sz="2600" b="1" dirty="0">
                <a:latin typeface="Consolas"/>
                <a:ea typeface="+mn-lt"/>
                <a:cs typeface="+mn-lt"/>
              </a:rPr>
              <a:t>State Machines</a:t>
            </a:r>
          </a:p>
          <a:p>
            <a:pPr>
              <a:buFont typeface="Arial"/>
              <a:buChar char="•"/>
            </a:pPr>
            <a:r>
              <a:rPr lang="de-DE" sz="2600" dirty="0">
                <a:latin typeface="Consolas"/>
                <a:ea typeface="+mn-lt"/>
                <a:cs typeface="+mn-lt"/>
              </a:rPr>
              <a:t>State Machines sorgen für Vorhersagbarkeit</a:t>
            </a:r>
            <a:endParaRPr lang="de-DE" sz="2600" dirty="0">
              <a:latin typeface="Consolas"/>
            </a:endParaRPr>
          </a:p>
          <a:p>
            <a:pPr>
              <a:buFont typeface="Arial"/>
              <a:buChar char="•"/>
            </a:pPr>
            <a:r>
              <a:rPr lang="de-DE" sz="2600" dirty="0">
                <a:latin typeface="Consolas"/>
                <a:ea typeface="+mn-lt"/>
                <a:cs typeface="+mn-lt"/>
              </a:rPr>
              <a:t>Strukturierte und testbare Abläufe</a:t>
            </a:r>
            <a:endParaRPr lang="de-DE" sz="2600" dirty="0">
              <a:latin typeface="Consolas"/>
            </a:endParaRPr>
          </a:p>
          <a:p>
            <a:pPr>
              <a:buNone/>
            </a:pPr>
            <a:endParaRPr lang="de-DE" dirty="0"/>
          </a:p>
          <a:p>
            <a:pPr>
              <a:buFont typeface="Arial"/>
              <a:buChar char="•"/>
            </a:pPr>
            <a:endParaRPr lang="de-DE" dirty="0"/>
          </a:p>
          <a:p>
            <a:pPr>
              <a:buFont typeface="Arial"/>
              <a:buChar char="•"/>
            </a:pPr>
            <a:endParaRPr lang="de-DE" dirty="0"/>
          </a:p>
          <a:p>
            <a:pPr>
              <a:buNone/>
            </a:pPr>
            <a:endParaRPr lang="de-DE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de-DE" sz="2000" dirty="0"/>
          </a:p>
          <a:p>
            <a:pPr marL="0" indent="0">
              <a:buNone/>
            </a:pPr>
            <a:endParaRPr lang="de-DE" sz="2000" dirty="0">
              <a:latin typeface="Consola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14735-3F7D-EC95-24D5-BCF044AD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32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24D062-02C3-6F93-777F-DBB56338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MURI</a:t>
            </a:r>
          </a:p>
        </p:txBody>
      </p:sp>
    </p:spTree>
    <p:extLst>
      <p:ext uri="{BB962C8B-B14F-4D97-AF65-F5344CB8AC3E}">
        <p14:creationId xmlns:p14="http://schemas.microsoft.com/office/powerpoint/2010/main" val="2070399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38CA-9B5D-E5E1-86B2-F679BB73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200FE-B82F-5F54-5541-091A7B25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F08000"/>
                </a:solidFill>
                <a:latin typeface="SimSun"/>
                <a:ea typeface="SimSun"/>
              </a:rPr>
              <a:t>Projektfazit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922311-9662-103D-F118-F204D856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>
                <a:latin typeface="Consolas" panose="020B0609020204030204" pitchFamily="49" charset="0"/>
              </a:rPr>
              <a:t>Projekt war ein voller Erfolg</a:t>
            </a:r>
          </a:p>
          <a:p>
            <a:pPr marL="0" indent="0">
              <a:buNone/>
            </a:pPr>
            <a:endParaRPr lang="de-DE" sz="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1" dirty="0">
                <a:latin typeface="Consolas" panose="020B0609020204030204" pitchFamily="49" charset="0"/>
              </a:rPr>
              <a:t>Key Features: </a:t>
            </a:r>
          </a:p>
          <a:p>
            <a:r>
              <a:rPr lang="de-DE" sz="2600" dirty="0">
                <a:latin typeface="Consolas" panose="020B0609020204030204" pitchFamily="49" charset="0"/>
                <a:ea typeface="+mn-lt"/>
                <a:cs typeface="+mn-lt"/>
              </a:rPr>
              <a:t>robuste System-</a:t>
            </a:r>
            <a:r>
              <a:rPr lang="de-DE" sz="2600" dirty="0" err="1">
                <a:latin typeface="Consolas" panose="020B0609020204030204" pitchFamily="49" charset="0"/>
                <a:ea typeface="+mn-lt"/>
                <a:cs typeface="+mn-lt"/>
              </a:rPr>
              <a:t>Integratin</a:t>
            </a:r>
            <a:r>
              <a:rPr lang="de-DE" sz="2600" dirty="0">
                <a:latin typeface="Consolas" panose="020B0609020204030204" pitchFamily="49" charset="0"/>
                <a:ea typeface="+mn-lt"/>
                <a:cs typeface="+mn-lt"/>
              </a:rPr>
              <a:t> &amp; modularer Aufbau</a:t>
            </a:r>
          </a:p>
          <a:p>
            <a:endParaRPr lang="de-DE" sz="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1" dirty="0">
                <a:latin typeface="Consolas" panose="020B0609020204030204" pitchFamily="49" charset="0"/>
              </a:rPr>
              <a:t>Explizite Trennung:</a:t>
            </a:r>
          </a:p>
          <a:p>
            <a:r>
              <a:rPr lang="de-DE" dirty="0">
                <a:latin typeface="Consolas" panose="020B0609020204030204" pitchFamily="49" charset="0"/>
              </a:rPr>
              <a:t>Business-/ Steuer-</a:t>
            </a:r>
            <a:r>
              <a:rPr lang="de-DE" dirty="0" err="1">
                <a:latin typeface="Consolas" panose="020B0609020204030204" pitchFamily="49" charset="0"/>
              </a:rPr>
              <a:t>Logic</a:t>
            </a:r>
            <a:endParaRPr lang="de-DE" dirty="0">
              <a:latin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</a:rPr>
              <a:t>ROS/</a:t>
            </a:r>
            <a:r>
              <a:rPr lang="de-DE" dirty="0" err="1">
                <a:latin typeface="Consolas" panose="020B0609020204030204" pitchFamily="49" charset="0"/>
              </a:rPr>
              <a:t>OpenCV</a:t>
            </a:r>
            <a:r>
              <a:rPr lang="de-DE" dirty="0">
                <a:latin typeface="Consolas" panose="020B0609020204030204" pitchFamily="49" charset="0"/>
              </a:rPr>
              <a:t> Bildverarbeitung</a:t>
            </a:r>
          </a:p>
          <a:p>
            <a:endParaRPr lang="de-DE" sz="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b="1">
                <a:latin typeface="Consolas" panose="020B0609020204030204" pitchFamily="49" charset="0"/>
              </a:rPr>
              <a:t>Für mehr technische </a:t>
            </a:r>
            <a:r>
              <a:rPr lang="de-DE" b="1" dirty="0">
                <a:latin typeface="Consolas" panose="020B0609020204030204" pitchFamily="49" charset="0"/>
              </a:rPr>
              <a:t>Details: </a:t>
            </a:r>
          </a:p>
          <a:p>
            <a:pPr marL="0" indent="0">
              <a:buNone/>
            </a:pPr>
            <a:r>
              <a:rPr lang="de-DE" dirty="0">
                <a:hlinkClick r:id="rId2"/>
              </a:rPr>
              <a:t>MURI/docs/documentation.md at </a:t>
            </a:r>
            <a:r>
              <a:rPr lang="de-DE" dirty="0" err="1">
                <a:hlinkClick r:id="rId2"/>
              </a:rPr>
              <a:t>main</a:t>
            </a:r>
            <a:r>
              <a:rPr lang="de-DE" dirty="0">
                <a:hlinkClick r:id="rId2"/>
              </a:rPr>
              <a:t> · </a:t>
            </a:r>
            <a:r>
              <a:rPr lang="de-DE" dirty="0" err="1">
                <a:hlinkClick r:id="rId2"/>
              </a:rPr>
              <a:t>derlole</a:t>
            </a:r>
            <a:r>
              <a:rPr lang="de-DE" dirty="0">
                <a:hlinkClick r:id="rId2"/>
              </a:rPr>
              <a:t>/MURI · GitHub</a:t>
            </a:r>
            <a:endParaRPr lang="de-DE" b="1" dirty="0">
              <a:latin typeface="Consolas" panose="020B0609020204030204" pitchFamily="49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B815592-0333-2754-7FF8-1A7C5358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1"/>
              <a:t>M</a:t>
            </a:r>
            <a:r>
              <a:rPr lang="de-DE"/>
              <a:t>odern beworben </a:t>
            </a:r>
            <a:r>
              <a:rPr lang="de-DE" b="1"/>
              <a:t>u</a:t>
            </a:r>
            <a:r>
              <a:rPr lang="de-DE"/>
              <a:t>npraktisch in </a:t>
            </a:r>
            <a:r>
              <a:rPr lang="de-DE" b="1"/>
              <a:t>r</a:t>
            </a:r>
            <a:r>
              <a:rPr lang="de-DE"/>
              <a:t>ealer </a:t>
            </a:r>
            <a:r>
              <a:rPr lang="de-DE" b="1"/>
              <a:t>I</a:t>
            </a:r>
            <a:r>
              <a:rPr lang="de-DE"/>
              <a:t>ntegration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41E018-A01F-FD93-5089-4727462E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665961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988f0a4-524a-45f2-829d-417725fa4957}" enabled="1" method="Standard" siteId="{52daf2a9-3b73-4da4-ac6a-3f81adc92b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Microsoft Office PowerPoint</Application>
  <PresentationFormat>Breitbild</PresentationFormat>
  <Paragraphs>318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41" baseType="lpstr">
      <vt:lpstr>SimSun</vt:lpstr>
      <vt:lpstr>Aptos</vt:lpstr>
      <vt:lpstr>Aptos Display</vt:lpstr>
      <vt:lpstr>Arial</vt:lpstr>
      <vt:lpstr>Arial,Sans-Serif</vt:lpstr>
      <vt:lpstr>Consolas</vt:lpstr>
      <vt:lpstr>Courier New</vt:lpstr>
      <vt:lpstr>Larissa</vt:lpstr>
      <vt:lpstr>Präsentation  technisch</vt:lpstr>
      <vt:lpstr>Inhalt</vt:lpstr>
      <vt:lpstr>Designentscheidungen–SW Architektur</vt:lpstr>
      <vt:lpstr>Designentscheidungen–Action Server</vt:lpstr>
      <vt:lpstr>Designentscheidungen–single goal &amp; cancle </vt:lpstr>
      <vt:lpstr>Designentscheidungen–async Goal-sending</vt:lpstr>
      <vt:lpstr>Designentscheidungen–Interfaces</vt:lpstr>
      <vt:lpstr>Designentscheidungen–Hauptschleife</vt:lpstr>
      <vt:lpstr>Designentscheidungen–Visionarchitektur</vt:lpstr>
      <vt:lpstr>Designentscheidungen–Last-Valid-Value-Filter</vt:lpstr>
      <vt:lpstr>Designentscheidungen–Spezifische Fehlercodes</vt:lpstr>
      <vt:lpstr>Designentscheidung–Trennung der Logik</vt:lpstr>
      <vt:lpstr>Designentscheidung–State Machine Pattern</vt:lpstr>
      <vt:lpstr>Designentscheidung–P-Regler</vt:lpstr>
      <vt:lpstr>Technische Details–Regler Auslegung</vt:lpstr>
      <vt:lpstr>Technische Details–Quaternion --&gt; Yaw</vt:lpstr>
      <vt:lpstr>Technische Details–Timing</vt:lpstr>
      <vt:lpstr>Technische Details–Datenfluss</vt:lpstr>
      <vt:lpstr>Technische Details–Executor</vt:lpstr>
      <vt:lpstr>Technische Details–Last-Valid-Value-Filter</vt:lpstr>
      <vt:lpstr>Technische Details–Manuelle Winkelberechnung</vt:lpstr>
      <vt:lpstr>Technische Details–Marker-Prioritätslogik</vt:lpstr>
      <vt:lpstr>Anpassungen</vt:lpstr>
      <vt:lpstr>Lesson learned–Vision</vt:lpstr>
      <vt:lpstr>Lessons Learned–Softwarearchitektur</vt:lpstr>
      <vt:lpstr>Lessons Learned–Big-Bang Integration</vt:lpstr>
      <vt:lpstr>Lessons Learned–Framework &amp; Dokumentation</vt:lpstr>
      <vt:lpstr>Lessons Learned–Framework &amp; Sprache</vt:lpstr>
      <vt:lpstr>Lessons Learned–Interface Design</vt:lpstr>
      <vt:lpstr>Lessons Learned–Unit-Tests</vt:lpstr>
      <vt:lpstr>Lessons Learned–Modulare Aufgabentrennung</vt:lpstr>
      <vt:lpstr>Lessons Learned–Weitere Erkenntnisse</vt:lpstr>
      <vt:lpstr>Projektfazit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Louis Moser</cp:lastModifiedBy>
  <cp:revision>1</cp:revision>
  <dcterms:created xsi:type="dcterms:W3CDTF">2025-10-28T11:46:29Z</dcterms:created>
  <dcterms:modified xsi:type="dcterms:W3CDTF">2026-01-15T10:18:33Z</dcterms:modified>
</cp:coreProperties>
</file>