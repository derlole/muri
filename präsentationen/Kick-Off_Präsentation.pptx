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76470B33.xml" ContentType="application/vnd.ms-powerpoint.comments+xml"/>
  <Override PartName="/ppt/comments/modernComment_106_7E6F344F.xml" ContentType="application/vnd.ms-powerpoint.comments+xml"/>
  <Override PartName="/ppt/comments/modernComment_107_E72F2B33.xml" ContentType="application/vnd.ms-powerpoint.comments+xml"/>
  <Override PartName="/ppt/comments/modernComment_10B_D5992955.xml" ContentType="application/vnd.ms-powerpoint.comment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2" r:id="rId6"/>
    <p:sldId id="266" r:id="rId7"/>
    <p:sldId id="261" r:id="rId8"/>
    <p:sldId id="264" r:id="rId9"/>
    <p:sldId id="263" r:id="rId10"/>
    <p:sldId id="260" r:id="rId11"/>
    <p:sldId id="267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5A3D04C6-742A-45FC-9F3F-E07DC31E0ADF}">
          <p14:sldIdLst>
            <p14:sldId id="256"/>
            <p14:sldId id="257"/>
          </p14:sldIdLst>
        </p14:section>
        <p14:section name="Zusammenfassung" id="{3E3EE62F-5891-49CA-A195-E52699B47C43}">
          <p14:sldIdLst>
            <p14:sldId id="258"/>
          </p14:sldIdLst>
        </p14:section>
        <p14:section name="Managment" id="{27A50FE4-F548-419C-BEB6-56C69B970BF7}">
          <p14:sldIdLst>
            <p14:sldId id="265"/>
            <p14:sldId id="262"/>
            <p14:sldId id="266"/>
            <p14:sldId id="261"/>
            <p14:sldId id="264"/>
            <p14:sldId id="263"/>
          </p14:sldIdLst>
        </p14:section>
        <p14:section name="Technische Realisierung" id="{1F81095C-BA3C-44A3-B54C-53C84A9FC040}">
          <p14:sldIdLst>
            <p14:sldId id="260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85C5353-D6B6-4F32-A6FB-7D0A3485BA1D}" name="Gastbenutzer" initials="Ga" userId="Gastbenutzer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063B"/>
    <a:srgbClr val="FF00FF"/>
    <a:srgbClr val="170A7D"/>
    <a:srgbClr val="D0E610"/>
    <a:srgbClr val="BF0D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97CD99-10E6-9D6A-0868-5FA9E573D3BD}" v="1" dt="2025-10-30T13:20:56.596"/>
    <p1510:client id="{18ED381C-4CB6-0A00-45E0-255ABE98D9AE}" v="2" dt="2025-10-30T11:04:36.923"/>
    <p1510:client id="{1FDCDF00-8B03-168F-EEC4-236B1548F029}" v="7" dt="2025-10-29T19:19:38.221"/>
    <p1510:client id="{58475BE0-CC1D-C786-3BF9-4D3AB2983E3B}" v="405" dt="2025-10-28T15:28:15.711"/>
    <p1510:client id="{61A34AA8-DF41-610B-2D49-12692D88766B}" v="39" dt="2025-10-30T15:23:15.297"/>
    <p1510:client id="{7EF22989-CCE3-1EB4-346E-57D28C1F6797}" v="543" dt="2025-10-28T15:41:51.973"/>
    <p1510:client id="{D07302B8-0F14-3790-0EC3-364AAB9CF675}" v="299" dt="2025-10-28T15:45:48.207"/>
    <p1510:client id="{E2A50924-BF43-D880-1BB5-F4D3B2D106B4}" v="6" dt="2025-10-28T15:45:43.580"/>
    <p1510:client id="{FA5883D5-53D1-172E-08B0-D72BB65A3828}" v="22" dt="2025-10-28T15:47:02.3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us Braun" userId="a5d23c20616040eb" providerId="Windows Live" clId="Web-{9702696D-DDF3-63A3-6146-883E161C39AB}"/>
    <pc:docChg chg="addSection modSection">
      <pc:chgData name="Linus Braun" userId="a5d23c20616040eb" providerId="Windows Live" clId="Web-{9702696D-DDF3-63A3-6146-883E161C39AB}" dt="2025-10-28T11:49:40.468" v="5"/>
      <pc:docMkLst>
        <pc:docMk/>
      </pc:docMkLst>
    </pc:docChg>
  </pc:docChgLst>
  <pc:docChgLst>
    <pc:chgData name="Gastbenutzer" providerId="Windows Live" clId="Web-{51EA2659-621F-53C6-2B47-B98ADE095341}"/>
    <pc:docChg chg="addSld delSld modSld sldOrd modSection">
      <pc:chgData name="Gastbenutzer" userId="" providerId="Windows Live" clId="Web-{51EA2659-621F-53C6-2B47-B98ADE095341}" dt="2025-10-28T15:15:41.894" v="563" actId="20577"/>
      <pc:docMkLst>
        <pc:docMk/>
      </pc:docMkLst>
      <pc:sldChg chg="modSp">
        <pc:chgData name="Gastbenutzer" userId="" providerId="Windows Live" clId="Web-{51EA2659-621F-53C6-2B47-B98ADE095341}" dt="2025-10-28T14:30:56.135" v="490" actId="20577"/>
        <pc:sldMkLst>
          <pc:docMk/>
          <pc:sldMk cId="144807118" sldId="257"/>
        </pc:sldMkLst>
      </pc:sldChg>
      <pc:sldChg chg="modSp">
        <pc:chgData name="Gastbenutzer" userId="" providerId="Windows Live" clId="Web-{51EA2659-621F-53C6-2B47-B98ADE095341}" dt="2025-10-28T14:58:23.587" v="548" actId="20577"/>
        <pc:sldMkLst>
          <pc:docMk/>
          <pc:sldMk cId="1607394269" sldId="258"/>
        </pc:sldMkLst>
        <pc:spChg chg="mod">
          <ac:chgData name="Gastbenutzer" userId="" providerId="Windows Live" clId="Web-{51EA2659-621F-53C6-2B47-B98ADE095341}" dt="2025-10-28T14:58:23.587" v="548" actId="20577"/>
          <ac:spMkLst>
            <pc:docMk/>
            <pc:sldMk cId="1607394269" sldId="258"/>
            <ac:spMk id="3" creationId="{C7ED86F0-D0C1-7AA8-FB91-22AB5B706792}"/>
          </ac:spMkLst>
        </pc:spChg>
      </pc:sldChg>
      <pc:sldChg chg="modSp">
        <pc:chgData name="Gastbenutzer" userId="" providerId="Windows Live" clId="Web-{51EA2659-621F-53C6-2B47-B98ADE095341}" dt="2025-10-28T14:24:53.694" v="438"/>
        <pc:sldMkLst>
          <pc:docMk/>
          <pc:sldMk cId="4062870596" sldId="260"/>
        </pc:sldMkLst>
        <pc:spChg chg="mod">
          <ac:chgData name="Gastbenutzer" userId="" providerId="Windows Live" clId="Web-{51EA2659-621F-53C6-2B47-B98ADE095341}" dt="2025-10-28T14:24:53.694" v="438"/>
          <ac:spMkLst>
            <pc:docMk/>
            <pc:sldMk cId="4062870596" sldId="260"/>
            <ac:spMk id="2" creationId="{E5B97783-E0BB-1149-FA8E-7845504C8FB1}"/>
          </ac:spMkLst>
        </pc:spChg>
        <pc:spChg chg="mod">
          <ac:chgData name="Gastbenutzer" userId="" providerId="Windows Live" clId="Web-{51EA2659-621F-53C6-2B47-B98ADE095341}" dt="2025-10-28T14:11:12.075" v="270" actId="20577"/>
          <ac:spMkLst>
            <pc:docMk/>
            <pc:sldMk cId="4062870596" sldId="260"/>
            <ac:spMk id="3" creationId="{1A336429-A196-43B8-C41D-609E9E77985A}"/>
          </ac:spMkLst>
        </pc:spChg>
      </pc:sldChg>
      <pc:sldChg chg="addSp delSp modSp ord">
        <pc:chgData name="Gastbenutzer" userId="" providerId="Windows Live" clId="Web-{51EA2659-621F-53C6-2B47-B98ADE095341}" dt="2025-10-28T15:07:21.155" v="560" actId="1076"/>
        <pc:sldMkLst>
          <pc:docMk/>
          <pc:sldMk cId="1835592059" sldId="261"/>
        </pc:sldMkLst>
        <pc:spChg chg="mod">
          <ac:chgData name="Gastbenutzer" userId="" providerId="Windows Live" clId="Web-{51EA2659-621F-53C6-2B47-B98ADE095341}" dt="2025-10-28T14:24:27.866" v="432"/>
          <ac:spMkLst>
            <pc:docMk/>
            <pc:sldMk cId="1835592059" sldId="261"/>
            <ac:spMk id="2" creationId="{0DCA520E-E191-9A60-C956-DCE817E6C6FB}"/>
          </ac:spMkLst>
        </pc:spChg>
        <pc:picChg chg="add mod ord">
          <ac:chgData name="Gastbenutzer" userId="" providerId="Windows Live" clId="Web-{51EA2659-621F-53C6-2B47-B98ADE095341}" dt="2025-10-28T15:07:21.155" v="560" actId="1076"/>
          <ac:picMkLst>
            <pc:docMk/>
            <pc:sldMk cId="1835592059" sldId="261"/>
            <ac:picMk id="4" creationId="{3CDFF333-16F1-643A-E7AD-84E9C6F1E025}"/>
          </ac:picMkLst>
        </pc:picChg>
      </pc:sldChg>
      <pc:sldChg chg="modSp ord">
        <pc:chgData name="Gastbenutzer" userId="" providerId="Windows Live" clId="Web-{51EA2659-621F-53C6-2B47-B98ADE095341}" dt="2025-10-28T14:25:47.757" v="446"/>
        <pc:sldMkLst>
          <pc:docMk/>
          <pc:sldMk cId="2121217103" sldId="262"/>
        </pc:sldMkLst>
        <pc:spChg chg="mod">
          <ac:chgData name="Gastbenutzer" userId="" providerId="Windows Live" clId="Web-{51EA2659-621F-53C6-2B47-B98ADE095341}" dt="2025-10-28T14:24:34.194" v="433"/>
          <ac:spMkLst>
            <pc:docMk/>
            <pc:sldMk cId="2121217103" sldId="262"/>
            <ac:spMk id="2" creationId="{6E745BD9-8425-A4FF-2ED5-2632FB0A0B77}"/>
          </ac:spMkLst>
        </pc:spChg>
      </pc:sldChg>
      <pc:sldChg chg="modSp">
        <pc:chgData name="Gastbenutzer" userId="" providerId="Windows Live" clId="Web-{51EA2659-621F-53C6-2B47-B98ADE095341}" dt="2025-10-28T14:24:44.804" v="436"/>
        <pc:sldMkLst>
          <pc:docMk/>
          <pc:sldMk cId="3878628147" sldId="263"/>
        </pc:sldMkLst>
        <pc:spChg chg="mod">
          <ac:chgData name="Gastbenutzer" userId="" providerId="Windows Live" clId="Web-{51EA2659-621F-53C6-2B47-B98ADE095341}" dt="2025-10-28T14:24:44.804" v="436"/>
          <ac:spMkLst>
            <pc:docMk/>
            <pc:sldMk cId="3878628147" sldId="263"/>
            <ac:spMk id="2" creationId="{A5253EF2-8110-10B6-70CC-01CD4968F3E8}"/>
          </ac:spMkLst>
        </pc:spChg>
        <pc:spChg chg="mod">
          <ac:chgData name="Gastbenutzer" userId="" providerId="Windows Live" clId="Web-{51EA2659-621F-53C6-2B47-B98ADE095341}" dt="2025-10-28T14:10:11.074" v="255" actId="20577"/>
          <ac:spMkLst>
            <pc:docMk/>
            <pc:sldMk cId="3878628147" sldId="263"/>
            <ac:spMk id="3" creationId="{E4377411-00AF-9065-0DA4-C0CD8FDAFB86}"/>
          </ac:spMkLst>
        </pc:spChg>
      </pc:sldChg>
      <pc:sldChg chg="modSp add ord replId">
        <pc:chgData name="Gastbenutzer" userId="" providerId="Windows Live" clId="Web-{51EA2659-621F-53C6-2B47-B98ADE095341}" dt="2025-10-28T15:15:41.894" v="563" actId="20577"/>
        <pc:sldMkLst>
          <pc:docMk/>
          <pc:sldMk cId="3100053615" sldId="264"/>
        </pc:sldMkLst>
        <pc:spChg chg="mod">
          <ac:chgData name="Gastbenutzer" userId="" providerId="Windows Live" clId="Web-{51EA2659-621F-53C6-2B47-B98ADE095341}" dt="2025-10-28T14:24:39.741" v="434"/>
          <ac:spMkLst>
            <pc:docMk/>
            <pc:sldMk cId="3100053615" sldId="264"/>
            <ac:spMk id="2" creationId="{256CF5C6-BECC-BBA6-8057-AF73DFE02DE9}"/>
          </ac:spMkLst>
        </pc:spChg>
        <pc:spChg chg="mod">
          <ac:chgData name="Gastbenutzer" userId="" providerId="Windows Live" clId="Web-{51EA2659-621F-53C6-2B47-B98ADE095341}" dt="2025-10-28T15:15:41.894" v="563" actId="20577"/>
          <ac:spMkLst>
            <pc:docMk/>
            <pc:sldMk cId="3100053615" sldId="264"/>
            <ac:spMk id="3" creationId="{D4AE117F-D912-FD76-7BBA-CA709A8C9301}"/>
          </ac:spMkLst>
        </pc:spChg>
      </pc:sldChg>
      <pc:sldChg chg="modSp add ord replId">
        <pc:chgData name="Gastbenutzer" userId="" providerId="Windows Live" clId="Web-{51EA2659-621F-53C6-2B47-B98ADE095341}" dt="2025-10-28T14:27:01.382" v="485" actId="20577"/>
        <pc:sldMkLst>
          <pc:docMk/>
          <pc:sldMk cId="3559994091" sldId="265"/>
        </pc:sldMkLst>
        <pc:spChg chg="mod">
          <ac:chgData name="Gastbenutzer" userId="" providerId="Windows Live" clId="Web-{51EA2659-621F-53C6-2B47-B98ADE095341}" dt="2025-10-28T14:25:51.288" v="447" actId="20577"/>
          <ac:spMkLst>
            <pc:docMk/>
            <pc:sldMk cId="3559994091" sldId="265"/>
            <ac:spMk id="2" creationId="{EBFC7741-E6CA-6A3E-8FF5-4119102E3007}"/>
          </ac:spMkLst>
        </pc:spChg>
        <pc:spChg chg="mod">
          <ac:chgData name="Gastbenutzer" userId="" providerId="Windows Live" clId="Web-{51EA2659-621F-53C6-2B47-B98ADE095341}" dt="2025-10-28T14:27:01.382" v="485" actId="20577"/>
          <ac:spMkLst>
            <pc:docMk/>
            <pc:sldMk cId="3559994091" sldId="265"/>
            <ac:spMk id="3" creationId="{09C05BFC-8FD8-52E4-E8A4-91FD03C2C5FC}"/>
          </ac:spMkLst>
        </pc:spChg>
      </pc:sldChg>
      <pc:sldChg chg="ord">
        <pc:chgData name="Gastbenutzer" userId="" providerId="Windows Live" clId="Web-{51EA2659-621F-53C6-2B47-B98ADE095341}" dt="2025-10-28T15:09:56.596" v="561"/>
        <pc:sldMkLst>
          <pc:docMk/>
          <pc:sldMk cId="4180450294" sldId="266"/>
        </pc:sldMkLst>
      </pc:sldChg>
    </pc:docChg>
  </pc:docChgLst>
  <pc:docChgLst>
    <pc:chgData name="Gastbenutzer" providerId="Windows Live" clId="Web-{FA5883D5-53D1-172E-08B0-D72BB65A3828}"/>
    <pc:docChg chg="delSld modSld sldOrd modSection">
      <pc:chgData name="Gastbenutzer" userId="" providerId="Windows Live" clId="Web-{FA5883D5-53D1-172E-08B0-D72BB65A3828}" dt="2025-10-28T15:47:02.371" v="17" actId="1076"/>
      <pc:docMkLst>
        <pc:docMk/>
      </pc:docMkLst>
      <pc:sldChg chg="addSp delSp modSp">
        <pc:chgData name="Gastbenutzer" userId="" providerId="Windows Live" clId="Web-{FA5883D5-53D1-172E-08B0-D72BB65A3828}" dt="2025-10-28T15:45:19.781" v="15" actId="20577"/>
        <pc:sldMkLst>
          <pc:docMk/>
          <pc:sldMk cId="144807118" sldId="257"/>
        </pc:sldMkLst>
        <pc:spChg chg="add mod">
          <ac:chgData name="Gastbenutzer" userId="" providerId="Windows Live" clId="Web-{FA5883D5-53D1-172E-08B0-D72BB65A3828}" dt="2025-10-28T15:45:19.781" v="15" actId="20577"/>
          <ac:spMkLst>
            <pc:docMk/>
            <pc:sldMk cId="144807118" sldId="257"/>
            <ac:spMk id="5" creationId="{162B6868-7AE1-743D-ED7E-659BD1A22CCC}"/>
          </ac:spMkLst>
        </pc:spChg>
      </pc:sldChg>
      <pc:sldChg chg="ord">
        <pc:chgData name="Gastbenutzer" userId="" providerId="Windows Live" clId="Web-{FA5883D5-53D1-172E-08B0-D72BB65A3828}" dt="2025-10-28T15:43:03.369" v="1"/>
        <pc:sldMkLst>
          <pc:docMk/>
          <pc:sldMk cId="2121217103" sldId="262"/>
        </pc:sldMkLst>
      </pc:sldChg>
      <pc:sldChg chg="modSp">
        <pc:chgData name="Gastbenutzer" userId="" providerId="Windows Live" clId="Web-{FA5883D5-53D1-172E-08B0-D72BB65A3828}" dt="2025-10-28T15:47:02.371" v="17" actId="1076"/>
        <pc:sldMkLst>
          <pc:docMk/>
          <pc:sldMk cId="3878628147" sldId="263"/>
        </pc:sldMkLst>
        <pc:spChg chg="mod">
          <ac:chgData name="Gastbenutzer" userId="" providerId="Windows Live" clId="Web-{FA5883D5-53D1-172E-08B0-D72BB65A3828}" dt="2025-10-28T15:47:02.371" v="17" actId="1076"/>
          <ac:spMkLst>
            <pc:docMk/>
            <pc:sldMk cId="3878628147" sldId="263"/>
            <ac:spMk id="3" creationId="{E4377411-00AF-9065-0DA4-C0CD8FDAFB86}"/>
          </ac:spMkLst>
        </pc:spChg>
      </pc:sldChg>
      <pc:sldChg chg="modSp">
        <pc:chgData name="Gastbenutzer" userId="" providerId="Windows Live" clId="Web-{FA5883D5-53D1-172E-08B0-D72BB65A3828}" dt="2025-10-28T15:43:21.776" v="11" actId="20577"/>
        <pc:sldMkLst>
          <pc:docMk/>
          <pc:sldMk cId="3559994091" sldId="265"/>
        </pc:sldMkLst>
        <pc:spChg chg="mod">
          <ac:chgData name="Gastbenutzer" userId="" providerId="Windows Live" clId="Web-{FA5883D5-53D1-172E-08B0-D72BB65A3828}" dt="2025-10-28T15:43:21.776" v="11" actId="20577"/>
          <ac:spMkLst>
            <pc:docMk/>
            <pc:sldMk cId="3559994091" sldId="265"/>
            <ac:spMk id="3" creationId="{09C05BFC-8FD8-52E4-E8A4-91FD03C2C5FC}"/>
          </ac:spMkLst>
        </pc:spChg>
      </pc:sldChg>
      <pc:sldChg chg="ord">
        <pc:chgData name="Gastbenutzer" userId="" providerId="Windows Live" clId="Web-{FA5883D5-53D1-172E-08B0-D72BB65A3828}" dt="2025-10-28T15:43:37.073" v="12"/>
        <pc:sldMkLst>
          <pc:docMk/>
          <pc:sldMk cId="4180450294" sldId="266"/>
        </pc:sldMkLst>
      </pc:sldChg>
    </pc:docChg>
  </pc:docChgLst>
  <pc:docChgLst>
    <pc:chgData name="Gastbenutzer" providerId="Windows Live" clId="Web-{D07302B8-0F14-3790-0EC3-364AAB9CF675}"/>
    <pc:docChg chg="modSld sldOrd">
      <pc:chgData name="Gastbenutzer" userId="" providerId="Windows Live" clId="Web-{D07302B8-0F14-3790-0EC3-364AAB9CF675}" dt="2025-10-28T15:45:48.207" v="295" actId="1076"/>
      <pc:docMkLst>
        <pc:docMk/>
      </pc:docMkLst>
      <pc:sldChg chg="modSp">
        <pc:chgData name="Gastbenutzer" userId="" providerId="Windows Live" clId="Web-{D07302B8-0F14-3790-0EC3-364AAB9CF675}" dt="2025-10-28T15:45:48.207" v="295" actId="1076"/>
        <pc:sldMkLst>
          <pc:docMk/>
          <pc:sldMk cId="4062870596" sldId="260"/>
        </pc:sldMkLst>
        <pc:spChg chg="mod">
          <ac:chgData name="Gastbenutzer" userId="" providerId="Windows Live" clId="Web-{D07302B8-0F14-3790-0EC3-364AAB9CF675}" dt="2025-10-28T15:45:48.207" v="295" actId="1076"/>
          <ac:spMkLst>
            <pc:docMk/>
            <pc:sldMk cId="4062870596" sldId="260"/>
            <ac:spMk id="3" creationId="{1A336429-A196-43B8-C41D-609E9E77985A}"/>
          </ac:spMkLst>
        </pc:spChg>
      </pc:sldChg>
      <pc:sldChg chg="ord">
        <pc:chgData name="Gastbenutzer" userId="" providerId="Windows Live" clId="Web-{D07302B8-0F14-3790-0EC3-364AAB9CF675}" dt="2025-10-28T15:30:08.162" v="234"/>
        <pc:sldMkLst>
          <pc:docMk/>
          <pc:sldMk cId="3878628147" sldId="263"/>
        </pc:sldMkLst>
      </pc:sldChg>
      <pc:sldChg chg="modSp">
        <pc:chgData name="Gastbenutzer" userId="" providerId="Windows Live" clId="Web-{D07302B8-0F14-3790-0EC3-364AAB9CF675}" dt="2025-10-28T15:23:07.308" v="139" actId="20577"/>
        <pc:sldMkLst>
          <pc:docMk/>
          <pc:sldMk cId="3100053615" sldId="264"/>
        </pc:sldMkLst>
        <pc:spChg chg="mod">
          <ac:chgData name="Gastbenutzer" userId="" providerId="Windows Live" clId="Web-{D07302B8-0F14-3790-0EC3-364AAB9CF675}" dt="2025-10-28T15:23:07.308" v="139" actId="20577"/>
          <ac:spMkLst>
            <pc:docMk/>
            <pc:sldMk cId="3100053615" sldId="264"/>
            <ac:spMk id="3" creationId="{D4AE117F-D912-FD76-7BBA-CA709A8C9301}"/>
          </ac:spMkLst>
        </pc:spChg>
      </pc:sldChg>
      <pc:sldChg chg="modSp">
        <pc:chgData name="Gastbenutzer" userId="" providerId="Windows Live" clId="Web-{D07302B8-0F14-3790-0EC3-364AAB9CF675}" dt="2025-10-28T15:44:53.800" v="283" actId="20577"/>
        <pc:sldMkLst>
          <pc:docMk/>
          <pc:sldMk cId="3559994091" sldId="265"/>
        </pc:sldMkLst>
        <pc:spChg chg="mod">
          <ac:chgData name="Gastbenutzer" userId="" providerId="Windows Live" clId="Web-{D07302B8-0F14-3790-0EC3-364AAB9CF675}" dt="2025-10-28T15:44:53.800" v="283" actId="20577"/>
          <ac:spMkLst>
            <pc:docMk/>
            <pc:sldMk cId="3559994091" sldId="265"/>
            <ac:spMk id="3" creationId="{09C05BFC-8FD8-52E4-E8A4-91FD03C2C5FC}"/>
          </ac:spMkLst>
        </pc:spChg>
      </pc:sldChg>
      <pc:sldChg chg="addSp delSp modSp">
        <pc:chgData name="Gastbenutzer" userId="" providerId="Windows Live" clId="Web-{D07302B8-0F14-3790-0EC3-364AAB9CF675}" dt="2025-10-28T15:33:47.821" v="239" actId="1076"/>
        <pc:sldMkLst>
          <pc:docMk/>
          <pc:sldMk cId="3583584597" sldId="267"/>
        </pc:sldMkLst>
        <pc:picChg chg="add mod">
          <ac:chgData name="Gastbenutzer" userId="" providerId="Windows Live" clId="Web-{D07302B8-0F14-3790-0EC3-364AAB9CF675}" dt="2025-10-28T15:33:47.821" v="239" actId="1076"/>
          <ac:picMkLst>
            <pc:docMk/>
            <pc:sldMk cId="3583584597" sldId="267"/>
            <ac:picMk id="3" creationId="{F0ACDF0A-2141-E125-433B-B6F042F489AB}"/>
          </ac:picMkLst>
        </pc:picChg>
      </pc:sldChg>
    </pc:docChg>
  </pc:docChgLst>
  <pc:docChgLst>
    <pc:chgData name="Gastbenutzer" providerId="Windows Live" clId="Web-{61A34AA8-DF41-610B-2D49-12692D88766B}"/>
    <pc:docChg chg="mod modSld">
      <pc:chgData name="Gastbenutzer" userId="" providerId="Windows Live" clId="Web-{61A34AA8-DF41-610B-2D49-12692D88766B}" dt="2025-10-30T15:23:15.297" v="30"/>
      <pc:docMkLst>
        <pc:docMk/>
      </pc:docMkLst>
      <pc:sldChg chg="addSp delSp">
        <pc:chgData name="Gastbenutzer" userId="" providerId="Windows Live" clId="Web-{61A34AA8-DF41-610B-2D49-12692D88766B}" dt="2025-10-30T15:23:15.297" v="30"/>
        <pc:sldMkLst>
          <pc:docMk/>
          <pc:sldMk cId="3583584597" sldId="267"/>
        </pc:sldMkLst>
        <pc:inkChg chg="add">
          <ac:chgData name="Gastbenutzer" userId="" providerId="Windows Live" clId="Web-{61A34AA8-DF41-610B-2D49-12692D88766B}" dt="2025-10-30T14:26:42.248" v="1"/>
          <ac:inkMkLst>
            <pc:docMk/>
            <pc:sldMk cId="3583584597" sldId="267"/>
            <ac:inkMk id="5" creationId="{4894B888-4875-F880-61A6-C77A3B25BD69}"/>
          </ac:inkMkLst>
        </pc:inkChg>
        <pc:inkChg chg="add">
          <ac:chgData name="Gastbenutzer" userId="" providerId="Windows Live" clId="Web-{61A34AA8-DF41-610B-2D49-12692D88766B}" dt="2025-10-30T14:26:49.764" v="2"/>
          <ac:inkMkLst>
            <pc:docMk/>
            <pc:sldMk cId="3583584597" sldId="267"/>
            <ac:inkMk id="6" creationId="{6DAB4C18-6279-2D1C-E81C-167367A59898}"/>
          </ac:inkMkLst>
        </pc:inkChg>
        <pc:inkChg chg="add">
          <ac:chgData name="Gastbenutzer" userId="" providerId="Windows Live" clId="Web-{61A34AA8-DF41-610B-2D49-12692D88766B}" dt="2025-10-30T14:26:58.811" v="3"/>
          <ac:inkMkLst>
            <pc:docMk/>
            <pc:sldMk cId="3583584597" sldId="267"/>
            <ac:inkMk id="7" creationId="{0C9D7EF4-467D-21FF-581A-8A717A8C3A30}"/>
          </ac:inkMkLst>
        </pc:inkChg>
        <pc:inkChg chg="add">
          <ac:chgData name="Gastbenutzer" userId="" providerId="Windows Live" clId="Web-{61A34AA8-DF41-610B-2D49-12692D88766B}" dt="2025-10-30T14:27:01.108" v="4"/>
          <ac:inkMkLst>
            <pc:docMk/>
            <pc:sldMk cId="3583584597" sldId="267"/>
            <ac:inkMk id="8" creationId="{8700D117-5768-69CA-B15C-33A90DA97540}"/>
          </ac:inkMkLst>
        </pc:inkChg>
        <pc:inkChg chg="add">
          <ac:chgData name="Gastbenutzer" userId="" providerId="Windows Live" clId="Web-{61A34AA8-DF41-610B-2D49-12692D88766B}" dt="2025-10-30T14:27:03.420" v="5"/>
          <ac:inkMkLst>
            <pc:docMk/>
            <pc:sldMk cId="3583584597" sldId="267"/>
            <ac:inkMk id="9" creationId="{C4789E27-4391-C280-47DC-BC60B5031EB1}"/>
          </ac:inkMkLst>
        </pc:inkChg>
        <pc:inkChg chg="add">
          <ac:chgData name="Gastbenutzer" userId="" providerId="Windows Live" clId="Web-{61A34AA8-DF41-610B-2D49-12692D88766B}" dt="2025-10-30T14:27:06.827" v="6"/>
          <ac:inkMkLst>
            <pc:docMk/>
            <pc:sldMk cId="3583584597" sldId="267"/>
            <ac:inkMk id="10" creationId="{0F2E42BF-43C6-466F-7B02-AF4BFF02166B}"/>
          </ac:inkMkLst>
        </pc:inkChg>
        <pc:inkChg chg="add">
          <ac:chgData name="Gastbenutzer" userId="" providerId="Windows Live" clId="Web-{61A34AA8-DF41-610B-2D49-12692D88766B}" dt="2025-10-30T14:27:07.608" v="7"/>
          <ac:inkMkLst>
            <pc:docMk/>
            <pc:sldMk cId="3583584597" sldId="267"/>
            <ac:inkMk id="11" creationId="{5C7948B6-C303-55B8-C889-63DAEDFB2E54}"/>
          </ac:inkMkLst>
        </pc:inkChg>
        <pc:inkChg chg="add">
          <ac:chgData name="Gastbenutzer" userId="" providerId="Windows Live" clId="Web-{61A34AA8-DF41-610B-2D49-12692D88766B}" dt="2025-10-30T15:23:15.297" v="30"/>
          <ac:inkMkLst>
            <pc:docMk/>
            <pc:sldMk cId="3583584597" sldId="267"/>
            <ac:inkMk id="12" creationId="{12B8D148-DCEE-9203-D425-BF9CBDD2171E}"/>
          </ac:inkMkLst>
        </pc:inkChg>
        <pc:inkChg chg="add del">
          <ac:chgData name="Gastbenutzer" userId="" providerId="Windows Live" clId="Web-{61A34AA8-DF41-610B-2D49-12692D88766B}" dt="2025-10-30T14:27:32.671" v="13"/>
          <ac:inkMkLst>
            <pc:docMk/>
            <pc:sldMk cId="3583584597" sldId="267"/>
            <ac:inkMk id="12" creationId="{80EE4210-6D09-5EA8-4A2E-CB169713B3F9}"/>
          </ac:inkMkLst>
        </pc:inkChg>
        <pc:inkChg chg="add del">
          <ac:chgData name="Gastbenutzer" userId="" providerId="Windows Live" clId="Web-{61A34AA8-DF41-610B-2D49-12692D88766B}" dt="2025-10-30T14:27:32.655" v="12"/>
          <ac:inkMkLst>
            <pc:docMk/>
            <pc:sldMk cId="3583584597" sldId="267"/>
            <ac:inkMk id="13" creationId="{9A73D384-551D-697C-5F74-803775AB23CF}"/>
          </ac:inkMkLst>
        </pc:inkChg>
        <pc:inkChg chg="add del">
          <ac:chgData name="Gastbenutzer" userId="" providerId="Windows Live" clId="Web-{61A34AA8-DF41-610B-2D49-12692D88766B}" dt="2025-10-30T14:27:27.843" v="11"/>
          <ac:inkMkLst>
            <pc:docMk/>
            <pc:sldMk cId="3583584597" sldId="267"/>
            <ac:inkMk id="14" creationId="{A4415DA4-AB5A-8755-747C-424D7EE529F9}"/>
          </ac:inkMkLst>
        </pc:inkChg>
        <pc:inkChg chg="add">
          <ac:chgData name="Gastbenutzer" userId="" providerId="Windows Live" clId="Web-{61A34AA8-DF41-610B-2D49-12692D88766B}" dt="2025-10-30T14:27:36.624" v="14"/>
          <ac:inkMkLst>
            <pc:docMk/>
            <pc:sldMk cId="3583584597" sldId="267"/>
            <ac:inkMk id="15" creationId="{42560FDB-9458-276F-12AF-A53C750771E2}"/>
          </ac:inkMkLst>
        </pc:inkChg>
        <pc:inkChg chg="add">
          <ac:chgData name="Gastbenutzer" userId="" providerId="Windows Live" clId="Web-{61A34AA8-DF41-610B-2D49-12692D88766B}" dt="2025-10-30T14:27:37.140" v="15"/>
          <ac:inkMkLst>
            <pc:docMk/>
            <pc:sldMk cId="3583584597" sldId="267"/>
            <ac:inkMk id="16" creationId="{BF9A9735-B562-83CE-2B24-17B2B705A1BB}"/>
          </ac:inkMkLst>
        </pc:inkChg>
        <pc:inkChg chg="add">
          <ac:chgData name="Gastbenutzer" userId="" providerId="Windows Live" clId="Web-{61A34AA8-DF41-610B-2D49-12692D88766B}" dt="2025-10-30T14:27:39.202" v="16"/>
          <ac:inkMkLst>
            <pc:docMk/>
            <pc:sldMk cId="3583584597" sldId="267"/>
            <ac:inkMk id="17" creationId="{FDDB14C8-EDEA-BD32-AF03-8879C1FCF034}"/>
          </ac:inkMkLst>
        </pc:inkChg>
        <pc:inkChg chg="add">
          <ac:chgData name="Gastbenutzer" userId="" providerId="Windows Live" clId="Web-{61A34AA8-DF41-610B-2D49-12692D88766B}" dt="2025-10-30T14:27:39.702" v="17"/>
          <ac:inkMkLst>
            <pc:docMk/>
            <pc:sldMk cId="3583584597" sldId="267"/>
            <ac:inkMk id="18" creationId="{11DCFA85-2F02-1F4E-0AF6-73967031FEA1}"/>
          </ac:inkMkLst>
        </pc:inkChg>
        <pc:inkChg chg="add">
          <ac:chgData name="Gastbenutzer" userId="" providerId="Windows Live" clId="Web-{61A34AA8-DF41-610B-2D49-12692D88766B}" dt="2025-10-30T14:27:39.702" v="18"/>
          <ac:inkMkLst>
            <pc:docMk/>
            <pc:sldMk cId="3583584597" sldId="267"/>
            <ac:inkMk id="19" creationId="{8BBF2561-A7C9-5B09-6494-683EFACFC127}"/>
          </ac:inkMkLst>
        </pc:inkChg>
        <pc:inkChg chg="add">
          <ac:chgData name="Gastbenutzer" userId="" providerId="Windows Live" clId="Web-{61A34AA8-DF41-610B-2D49-12692D88766B}" dt="2025-10-30T14:27:40.249" v="19"/>
          <ac:inkMkLst>
            <pc:docMk/>
            <pc:sldMk cId="3583584597" sldId="267"/>
            <ac:inkMk id="20" creationId="{333BF634-7B5B-ED97-72E9-83DB8E53FAFE}"/>
          </ac:inkMkLst>
        </pc:inkChg>
        <pc:inkChg chg="add">
          <ac:chgData name="Gastbenutzer" userId="" providerId="Windows Live" clId="Web-{61A34AA8-DF41-610B-2D49-12692D88766B}" dt="2025-10-30T14:27:48.952" v="20"/>
          <ac:inkMkLst>
            <pc:docMk/>
            <pc:sldMk cId="3583584597" sldId="267"/>
            <ac:inkMk id="21" creationId="{73DD9ECB-6B31-F96D-9465-10A32967E669}"/>
          </ac:inkMkLst>
        </pc:inkChg>
        <pc:inkChg chg="add">
          <ac:chgData name="Gastbenutzer" userId="" providerId="Windows Live" clId="Web-{61A34AA8-DF41-610B-2D49-12692D88766B}" dt="2025-10-30T14:27:49.702" v="21"/>
          <ac:inkMkLst>
            <pc:docMk/>
            <pc:sldMk cId="3583584597" sldId="267"/>
            <ac:inkMk id="22" creationId="{F538C2AF-60E8-3368-78F6-90B2DC6BD9A5}"/>
          </ac:inkMkLst>
        </pc:inkChg>
        <pc:inkChg chg="add">
          <ac:chgData name="Gastbenutzer" userId="" providerId="Windows Live" clId="Web-{61A34AA8-DF41-610B-2D49-12692D88766B}" dt="2025-10-30T14:27:51.796" v="22"/>
          <ac:inkMkLst>
            <pc:docMk/>
            <pc:sldMk cId="3583584597" sldId="267"/>
            <ac:inkMk id="23" creationId="{7026ACE5-BA82-12DA-4A92-9788CFF66124}"/>
          </ac:inkMkLst>
        </pc:inkChg>
        <pc:inkChg chg="add">
          <ac:chgData name="Gastbenutzer" userId="" providerId="Windows Live" clId="Web-{61A34AA8-DF41-610B-2D49-12692D88766B}" dt="2025-10-30T14:27:52.359" v="23"/>
          <ac:inkMkLst>
            <pc:docMk/>
            <pc:sldMk cId="3583584597" sldId="267"/>
            <ac:inkMk id="24" creationId="{DB73F5A4-BB87-D3BF-C941-2264F482FF23}"/>
          </ac:inkMkLst>
        </pc:inkChg>
        <pc:inkChg chg="add">
          <ac:chgData name="Gastbenutzer" userId="" providerId="Windows Live" clId="Web-{61A34AA8-DF41-610B-2D49-12692D88766B}" dt="2025-10-30T14:27:56.124" v="24"/>
          <ac:inkMkLst>
            <pc:docMk/>
            <pc:sldMk cId="3583584597" sldId="267"/>
            <ac:inkMk id="25" creationId="{A18310D6-7E0D-702C-BC9D-9FFC6480A592}"/>
          </ac:inkMkLst>
        </pc:inkChg>
        <pc:inkChg chg="add">
          <ac:chgData name="Gastbenutzer" userId="" providerId="Windows Live" clId="Web-{61A34AA8-DF41-610B-2D49-12692D88766B}" dt="2025-10-30T14:27:56.124" v="25"/>
          <ac:inkMkLst>
            <pc:docMk/>
            <pc:sldMk cId="3583584597" sldId="267"/>
            <ac:inkMk id="26" creationId="{BC541DEB-8D02-1C60-D609-7879350873F7}"/>
          </ac:inkMkLst>
        </pc:inkChg>
        <pc:inkChg chg="add">
          <ac:chgData name="Gastbenutzer" userId="" providerId="Windows Live" clId="Web-{61A34AA8-DF41-610B-2D49-12692D88766B}" dt="2025-10-30T14:27:57.155" v="26"/>
          <ac:inkMkLst>
            <pc:docMk/>
            <pc:sldMk cId="3583584597" sldId="267"/>
            <ac:inkMk id="27" creationId="{150B4D8B-9850-AB12-9FF5-06F4FCB8593B}"/>
          </ac:inkMkLst>
        </pc:inkChg>
        <pc:inkChg chg="add">
          <ac:chgData name="Gastbenutzer" userId="" providerId="Windows Live" clId="Web-{61A34AA8-DF41-610B-2D49-12692D88766B}" dt="2025-10-30T14:27:57.765" v="27"/>
          <ac:inkMkLst>
            <pc:docMk/>
            <pc:sldMk cId="3583584597" sldId="267"/>
            <ac:inkMk id="28" creationId="{BA52BDE4-5A51-3BF7-5BDA-43A224E16ADB}"/>
          </ac:inkMkLst>
        </pc:inkChg>
        <pc:inkChg chg="add">
          <ac:chgData name="Gastbenutzer" userId="" providerId="Windows Live" clId="Web-{61A34AA8-DF41-610B-2D49-12692D88766B}" dt="2025-10-30T14:28:13.796" v="28"/>
          <ac:inkMkLst>
            <pc:docMk/>
            <pc:sldMk cId="3583584597" sldId="267"/>
            <ac:inkMk id="29" creationId="{8D8301ED-EC0D-442E-3F7D-3FFE3D927EF4}"/>
          </ac:inkMkLst>
        </pc:inkChg>
        <pc:inkChg chg="add">
          <ac:chgData name="Gastbenutzer" userId="" providerId="Windows Live" clId="Web-{61A34AA8-DF41-610B-2D49-12692D88766B}" dt="2025-10-30T14:29:05.828" v="29"/>
          <ac:inkMkLst>
            <pc:docMk/>
            <pc:sldMk cId="3583584597" sldId="267"/>
            <ac:inkMk id="30" creationId="{DEC374B0-4FC6-80EC-5550-6659F4DA81D6}"/>
          </ac:inkMkLst>
        </pc:inkChg>
      </pc:sldChg>
    </pc:docChg>
  </pc:docChgLst>
  <pc:docChgLst>
    <pc:chgData name="Gastbenutzer" providerId="Windows Live" clId="Web-{1697CD99-10E6-9D6A-0868-5FA9E573D3BD}"/>
    <pc:docChg chg="sldOrd">
      <pc:chgData name="Gastbenutzer" userId="" providerId="Windows Live" clId="Web-{1697CD99-10E6-9D6A-0868-5FA9E573D3BD}" dt="2025-10-30T13:20:56.596" v="0"/>
      <pc:docMkLst>
        <pc:docMk/>
      </pc:docMkLst>
      <pc:sldChg chg="ord">
        <pc:chgData name="Gastbenutzer" userId="" providerId="Windows Live" clId="Web-{1697CD99-10E6-9D6A-0868-5FA9E573D3BD}" dt="2025-10-30T13:20:56.596" v="0"/>
        <pc:sldMkLst>
          <pc:docMk/>
          <pc:sldMk cId="1835592059" sldId="261"/>
        </pc:sldMkLst>
      </pc:sldChg>
    </pc:docChg>
  </pc:docChgLst>
  <pc:docChgLst>
    <pc:chgData name="Linus Braun" userId="a5d23c20616040eb" providerId="Windows Live" clId="Web-{58475BE0-CC1D-C786-3BF9-4D3AB2983E3B}"/>
    <pc:docChg chg="addSld modSld sldOrd modSection">
      <pc:chgData name="Linus Braun" userId="a5d23c20616040eb" providerId="Windows Live" clId="Web-{58475BE0-CC1D-C786-3BF9-4D3AB2983E3B}" dt="2025-10-28T15:28:15.711" v="383"/>
      <pc:docMkLst>
        <pc:docMk/>
      </pc:docMkLst>
      <pc:sldChg chg="modSp">
        <pc:chgData name="Linus Braun" userId="a5d23c20616040eb" providerId="Windows Live" clId="Web-{58475BE0-CC1D-C786-3BF9-4D3AB2983E3B}" dt="2025-10-28T14:50:59.015" v="188" actId="20577"/>
        <pc:sldMkLst>
          <pc:docMk/>
          <pc:sldMk cId="144807118" sldId="257"/>
        </pc:sldMkLst>
      </pc:sldChg>
      <pc:sldChg chg="modSp ord">
        <pc:chgData name="Linus Braun" userId="a5d23c20616040eb" providerId="Windows Live" clId="Web-{58475BE0-CC1D-C786-3BF9-4D3AB2983E3B}" dt="2025-10-28T14:58:37.107" v="217" actId="20577"/>
        <pc:sldMkLst>
          <pc:docMk/>
          <pc:sldMk cId="1607394269" sldId="258"/>
        </pc:sldMkLst>
        <pc:spChg chg="mod">
          <ac:chgData name="Linus Braun" userId="a5d23c20616040eb" providerId="Windows Live" clId="Web-{58475BE0-CC1D-C786-3BF9-4D3AB2983E3B}" dt="2025-10-28T14:58:07.559" v="212" actId="20577"/>
          <ac:spMkLst>
            <pc:docMk/>
            <pc:sldMk cId="1607394269" sldId="258"/>
            <ac:spMk id="2" creationId="{D40D234A-0040-272A-7BB3-302BB1FFA05C}"/>
          </ac:spMkLst>
        </pc:spChg>
        <pc:spChg chg="mod">
          <ac:chgData name="Linus Braun" userId="a5d23c20616040eb" providerId="Windows Live" clId="Web-{58475BE0-CC1D-C786-3BF9-4D3AB2983E3B}" dt="2025-10-28T14:58:37.107" v="217" actId="20577"/>
          <ac:spMkLst>
            <pc:docMk/>
            <pc:sldMk cId="1607394269" sldId="258"/>
            <ac:spMk id="3" creationId="{C7ED86F0-D0C1-7AA8-FB91-22AB5B706792}"/>
          </ac:spMkLst>
        </pc:spChg>
      </pc:sldChg>
      <pc:sldChg chg="modSp">
        <pc:chgData name="Linus Braun" userId="a5d23c20616040eb" providerId="Windows Live" clId="Web-{58475BE0-CC1D-C786-3BF9-4D3AB2983E3B}" dt="2025-10-28T15:08:25.617" v="233"/>
        <pc:sldMkLst>
          <pc:docMk/>
          <pc:sldMk cId="1835592059" sldId="261"/>
        </pc:sldMkLst>
        <pc:spChg chg="mod">
          <ac:chgData name="Linus Braun" userId="a5d23c20616040eb" providerId="Windows Live" clId="Web-{58475BE0-CC1D-C786-3BF9-4D3AB2983E3B}" dt="2025-10-28T14:58:47.810" v="219" actId="20577"/>
          <ac:spMkLst>
            <pc:docMk/>
            <pc:sldMk cId="1835592059" sldId="261"/>
            <ac:spMk id="2" creationId="{0DCA520E-E191-9A60-C956-DCE817E6C6FB}"/>
          </ac:spMkLst>
        </pc:spChg>
        <pc:picChg chg="mod">
          <ac:chgData name="Linus Braun" userId="a5d23c20616040eb" providerId="Windows Live" clId="Web-{58475BE0-CC1D-C786-3BF9-4D3AB2983E3B}" dt="2025-10-28T15:07:21.333" v="222" actId="1076"/>
          <ac:picMkLst>
            <pc:docMk/>
            <pc:sldMk cId="1835592059" sldId="261"/>
            <ac:picMk id="4" creationId="{3CDFF333-16F1-643A-E7AD-84E9C6F1E025}"/>
          </ac:picMkLst>
        </pc:picChg>
      </pc:sldChg>
      <pc:sldChg chg="delSp">
        <pc:chgData name="Linus Braun" userId="a5d23c20616040eb" providerId="Windows Live" clId="Web-{58475BE0-CC1D-C786-3BF9-4D3AB2983E3B}" dt="2025-10-28T15:23:53.982" v="334"/>
        <pc:sldMkLst>
          <pc:docMk/>
          <pc:sldMk cId="2121217103" sldId="262"/>
        </pc:sldMkLst>
      </pc:sldChg>
      <pc:sldChg chg="modSp">
        <pc:chgData name="Linus Braun" userId="a5d23c20616040eb" providerId="Windows Live" clId="Web-{58475BE0-CC1D-C786-3BF9-4D3AB2983E3B}" dt="2025-10-28T15:24:27.484" v="349" actId="20577"/>
        <pc:sldMkLst>
          <pc:docMk/>
          <pc:sldMk cId="3878628147" sldId="263"/>
        </pc:sldMkLst>
        <pc:spChg chg="mod">
          <ac:chgData name="Linus Braun" userId="a5d23c20616040eb" providerId="Windows Live" clId="Web-{58475BE0-CC1D-C786-3BF9-4D3AB2983E3B}" dt="2025-10-28T15:24:27.484" v="349" actId="20577"/>
          <ac:spMkLst>
            <pc:docMk/>
            <pc:sldMk cId="3878628147" sldId="263"/>
            <ac:spMk id="3" creationId="{E4377411-00AF-9065-0DA4-C0CD8FDAFB86}"/>
          </ac:spMkLst>
        </pc:spChg>
      </pc:sldChg>
      <pc:sldChg chg="modSp">
        <pc:chgData name="Linus Braun" userId="a5d23c20616040eb" providerId="Windows Live" clId="Web-{58475BE0-CC1D-C786-3BF9-4D3AB2983E3B}" dt="2025-10-28T15:24:17.686" v="347" actId="20577"/>
        <pc:sldMkLst>
          <pc:docMk/>
          <pc:sldMk cId="3100053615" sldId="264"/>
        </pc:sldMkLst>
        <pc:spChg chg="mod">
          <ac:chgData name="Linus Braun" userId="a5d23c20616040eb" providerId="Windows Live" clId="Web-{58475BE0-CC1D-C786-3BF9-4D3AB2983E3B}" dt="2025-10-28T15:24:17.686" v="347" actId="20577"/>
          <ac:spMkLst>
            <pc:docMk/>
            <pc:sldMk cId="3100053615" sldId="264"/>
            <ac:spMk id="3" creationId="{D4AE117F-D912-FD76-7BBA-CA709A8C9301}"/>
          </ac:spMkLst>
        </pc:spChg>
      </pc:sldChg>
      <pc:sldChg chg="modSp new">
        <pc:chgData name="Linus Braun" userId="a5d23c20616040eb" providerId="Windows Live" clId="Web-{58475BE0-CC1D-C786-3BF9-4D3AB2983E3B}" dt="2025-10-28T15:28:15.711" v="383"/>
        <pc:sldMkLst>
          <pc:docMk/>
          <pc:sldMk cId="3583584597" sldId="267"/>
        </pc:sldMkLst>
        <pc:spChg chg="mod">
          <ac:chgData name="Linus Braun" userId="a5d23c20616040eb" providerId="Windows Live" clId="Web-{58475BE0-CC1D-C786-3BF9-4D3AB2983E3B}" dt="2025-10-28T15:27:07.787" v="373"/>
          <ac:spMkLst>
            <pc:docMk/>
            <pc:sldMk cId="3583584597" sldId="267"/>
            <ac:spMk id="2" creationId="{C6751662-E3E2-11D5-67BC-35EA03DF749E}"/>
          </ac:spMkLst>
        </pc:spChg>
      </pc:sldChg>
    </pc:docChg>
  </pc:docChgLst>
  <pc:docChgLst>
    <pc:chgData name="Louis Moser" userId="0a873209-7a94-410f-bb0a-477d9a94079e" providerId="ADAL" clId="{CDB96218-A9BE-4F07-8DCB-ADB4A82D84F0}"/>
    <pc:docChg chg="modSld">
      <pc:chgData name="Louis Moser" userId="0a873209-7a94-410f-bb0a-477d9a94079e" providerId="ADAL" clId="{CDB96218-A9BE-4F07-8DCB-ADB4A82D84F0}" dt="2025-10-28T11:38:37.311" v="1"/>
      <pc:docMkLst>
        <pc:docMk/>
      </pc:docMkLst>
      <pc:sldChg chg="modSp">
        <pc:chgData name="Louis Moser" userId="0a873209-7a94-410f-bb0a-477d9a94079e" providerId="ADAL" clId="{CDB96218-A9BE-4F07-8DCB-ADB4A82D84F0}" dt="2025-10-28T11:38:37.311" v="1"/>
        <pc:sldMkLst>
          <pc:docMk/>
          <pc:sldMk cId="4062870596" sldId="260"/>
        </pc:sldMkLst>
        <pc:spChg chg="mod">
          <ac:chgData name="Louis Moser" userId="0a873209-7a94-410f-bb0a-477d9a94079e" providerId="ADAL" clId="{CDB96218-A9BE-4F07-8DCB-ADB4A82D84F0}" dt="2025-10-28T11:38:37.311" v="1"/>
          <ac:spMkLst>
            <pc:docMk/>
            <pc:sldMk cId="4062870596" sldId="260"/>
            <ac:spMk id="2" creationId="{E5B97783-E0BB-1149-FA8E-7845504C8FB1}"/>
          </ac:spMkLst>
        </pc:spChg>
      </pc:sldChg>
    </pc:docChg>
  </pc:docChgLst>
  <pc:docChgLst>
    <pc:chgData name="Linus Braun" userId="a5d23c20616040eb" providerId="Windows Live" clId="Web-{E2A50924-BF43-D880-1BB5-F4D3B2D106B4}"/>
    <pc:docChg chg="modSld">
      <pc:chgData name="Linus Braun" userId="a5d23c20616040eb" providerId="Windows Live" clId="Web-{E2A50924-BF43-D880-1BB5-F4D3B2D106B4}" dt="2025-10-28T15:45:43.580" v="4" actId="20577"/>
      <pc:docMkLst>
        <pc:docMk/>
      </pc:docMkLst>
      <pc:sldChg chg="modSp">
        <pc:chgData name="Linus Braun" userId="a5d23c20616040eb" providerId="Windows Live" clId="Web-{E2A50924-BF43-D880-1BB5-F4D3B2D106B4}" dt="2025-10-28T15:45:43.580" v="4" actId="20577"/>
        <pc:sldMkLst>
          <pc:docMk/>
          <pc:sldMk cId="144807118" sldId="257"/>
        </pc:sldMkLst>
        <pc:spChg chg="mod">
          <ac:chgData name="Linus Braun" userId="a5d23c20616040eb" providerId="Windows Live" clId="Web-{E2A50924-BF43-D880-1BB5-F4D3B2D106B4}" dt="2025-10-28T15:45:43.580" v="4" actId="20577"/>
          <ac:spMkLst>
            <pc:docMk/>
            <pc:sldMk cId="144807118" sldId="257"/>
            <ac:spMk id="5" creationId="{162B6868-7AE1-743D-ED7E-659BD1A22CCC}"/>
          </ac:spMkLst>
        </pc:spChg>
      </pc:sldChg>
    </pc:docChg>
  </pc:docChgLst>
  <pc:docChgLst>
    <pc:chgData name="Gastbenutzer" providerId="Windows Live" clId="Web-{2009A7C0-5FFE-05B8-0C92-4E4DDAF5A712}"/>
    <pc:docChg chg="modSld">
      <pc:chgData name="Gastbenutzer" userId="" providerId="Windows Live" clId="Web-{2009A7C0-5FFE-05B8-0C92-4E4DDAF5A712}" dt="2025-10-28T11:48:17.995" v="5" actId="20577"/>
      <pc:docMkLst>
        <pc:docMk/>
      </pc:docMkLst>
      <pc:sldChg chg="modSp">
        <pc:chgData name="Gastbenutzer" userId="" providerId="Windows Live" clId="Web-{2009A7C0-5FFE-05B8-0C92-4E4DDAF5A712}" dt="2025-10-28T11:48:17.995" v="5" actId="20577"/>
        <pc:sldMkLst>
          <pc:docMk/>
          <pc:sldMk cId="1607394269" sldId="258"/>
        </pc:sldMkLst>
        <pc:spChg chg="mod">
          <ac:chgData name="Gastbenutzer" userId="" providerId="Windows Live" clId="Web-{2009A7C0-5FFE-05B8-0C92-4E4DDAF5A712}" dt="2025-10-28T11:48:17.995" v="5" actId="20577"/>
          <ac:spMkLst>
            <pc:docMk/>
            <pc:sldMk cId="1607394269" sldId="258"/>
            <ac:spMk id="3" creationId="{C7ED86F0-D0C1-7AA8-FB91-22AB5B706792}"/>
          </ac:spMkLst>
        </pc:spChg>
      </pc:sldChg>
    </pc:docChg>
  </pc:docChgLst>
  <pc:docChgLst>
    <pc:chgData name="Linus Braun" userId="a5d23c20616040eb" providerId="Windows Live" clId="Web-{18ED381C-4CB6-0A00-45E0-255ABE98D9AE}"/>
    <pc:docChg chg="sldOrd">
      <pc:chgData name="Linus Braun" userId="a5d23c20616040eb" providerId="Windows Live" clId="Web-{18ED381C-4CB6-0A00-45E0-255ABE98D9AE}" dt="2025-10-30T11:04:36.923" v="1"/>
      <pc:docMkLst>
        <pc:docMk/>
      </pc:docMkLst>
      <pc:sldChg chg="ord">
        <pc:chgData name="Linus Braun" userId="a5d23c20616040eb" providerId="Windows Live" clId="Web-{18ED381C-4CB6-0A00-45E0-255ABE98D9AE}" dt="2025-10-30T11:03:57.547" v="0"/>
        <pc:sldMkLst>
          <pc:docMk/>
          <pc:sldMk cId="1984367411" sldId="256"/>
        </pc:sldMkLst>
      </pc:sldChg>
      <pc:sldChg chg="ord">
        <pc:chgData name="Linus Braun" userId="a5d23c20616040eb" providerId="Windows Live" clId="Web-{18ED381C-4CB6-0A00-45E0-255ABE98D9AE}" dt="2025-10-30T11:04:36.923" v="1"/>
        <pc:sldMkLst>
          <pc:docMk/>
          <pc:sldMk cId="1607394269" sldId="258"/>
        </pc:sldMkLst>
      </pc:sldChg>
    </pc:docChg>
  </pc:docChgLst>
  <pc:docChgLst>
    <pc:chgData name="Gastbenutzer" providerId="Windows Live" clId="Web-{7EF22989-CCE3-1EB4-346E-57D28C1F6797}"/>
    <pc:docChg chg="addSld delSld modSld sldOrd modSection">
      <pc:chgData name="Gastbenutzer" userId="" providerId="Windows Live" clId="Web-{7EF22989-CCE3-1EB4-346E-57D28C1F6797}" dt="2025-10-28T15:41:51.973" v="502"/>
      <pc:docMkLst>
        <pc:docMk/>
      </pc:docMkLst>
      <pc:sldChg chg="addSp delSp modSp">
        <pc:chgData name="Gastbenutzer" userId="" providerId="Windows Live" clId="Web-{7EF22989-CCE3-1EB4-346E-57D28C1F6797}" dt="2025-10-28T14:31:10.706" v="234"/>
        <pc:sldMkLst>
          <pc:docMk/>
          <pc:sldMk cId="1984367411" sldId="256"/>
        </pc:sldMkLst>
        <pc:spChg chg="mod">
          <ac:chgData name="Gastbenutzer" userId="" providerId="Windows Live" clId="Web-{7EF22989-CCE3-1EB4-346E-57D28C1F6797}" dt="2025-10-28T13:32:50.179" v="16"/>
          <ac:spMkLst>
            <pc:docMk/>
            <pc:sldMk cId="1984367411" sldId="256"/>
            <ac:spMk id="2" creationId="{E64D0E3C-DACA-89BC-7F29-A9854DE0C940}"/>
          </ac:spMkLst>
        </pc:spChg>
        <pc:spChg chg="mod">
          <ac:chgData name="Gastbenutzer" userId="" providerId="Windows Live" clId="Web-{7EF22989-CCE3-1EB4-346E-57D28C1F6797}" dt="2025-10-28T13:32:50.179" v="16"/>
          <ac:spMkLst>
            <pc:docMk/>
            <pc:sldMk cId="1984367411" sldId="256"/>
            <ac:spMk id="3" creationId="{7A073A49-DE75-B1FE-6B04-C35118BFCCDA}"/>
          </ac:spMkLst>
        </pc:spChg>
        <pc:spChg chg="add del">
          <ac:chgData name="Gastbenutzer" userId="" providerId="Windows Live" clId="Web-{7EF22989-CCE3-1EB4-346E-57D28C1F6797}" dt="2025-10-28T13:32:50.179" v="16"/>
          <ac:spMkLst>
            <pc:docMk/>
            <pc:sldMk cId="1984367411" sldId="256"/>
            <ac:spMk id="7" creationId="{04357C93-F0CB-4A1C-8F77-4E9063789819}"/>
          </ac:spMkLst>
        </pc:spChg>
        <pc:spChg chg="add del mod">
          <ac:chgData name="Gastbenutzer" userId="" providerId="Windows Live" clId="Web-{7EF22989-CCE3-1EB4-346E-57D28C1F6797}" dt="2025-10-28T14:31:10.706" v="234"/>
          <ac:spMkLst>
            <pc:docMk/>
            <pc:sldMk cId="1984367411" sldId="256"/>
            <ac:spMk id="8" creationId="{90F533E9-6690-41A8-A372-4C6C622D028D}"/>
          </ac:spMkLst>
        </pc:spChg>
        <pc:spChg chg="add del">
          <ac:chgData name="Gastbenutzer" userId="" providerId="Windows Live" clId="Web-{7EF22989-CCE3-1EB4-346E-57D28C1F6797}" dt="2025-10-28T13:32:50.179" v="16"/>
          <ac:spMkLst>
            <pc:docMk/>
            <pc:sldMk cId="1984367411" sldId="256"/>
            <ac:spMk id="10" creationId="{BA79A7CF-01AF-4178-9369-94E0C90EB046}"/>
          </ac:spMkLst>
        </pc:spChg>
        <pc:spChg chg="add del mod">
          <ac:chgData name="Gastbenutzer" userId="" providerId="Windows Live" clId="Web-{7EF22989-CCE3-1EB4-346E-57D28C1F6797}" dt="2025-10-28T14:31:05.393" v="233"/>
          <ac:spMkLst>
            <pc:docMk/>
            <pc:sldMk cId="1984367411" sldId="256"/>
            <ac:spMk id="12" creationId="{99413ED5-9ED4-4772-BCE4-2BCAE6B12E35}"/>
          </ac:spMkLst>
        </pc:spChg>
      </pc:sldChg>
      <pc:sldChg chg="modSp ord">
        <pc:chgData name="Gastbenutzer" userId="" providerId="Windows Live" clId="Web-{7EF22989-CCE3-1EB4-346E-57D28C1F6797}" dt="2025-10-28T15:33:10.052" v="481"/>
        <pc:sldMkLst>
          <pc:docMk/>
          <pc:sldMk cId="144807118" sldId="257"/>
        </pc:sldMkLst>
        <pc:spChg chg="mod">
          <ac:chgData name="Gastbenutzer" userId="" providerId="Windows Live" clId="Web-{7EF22989-CCE3-1EB4-346E-57D28C1F6797}" dt="2025-10-28T14:31:20.565" v="235" actId="20577"/>
          <ac:spMkLst>
            <pc:docMk/>
            <pc:sldMk cId="144807118" sldId="257"/>
            <ac:spMk id="2" creationId="{991E077C-28CA-4970-871A-7B71C9382559}"/>
          </ac:spMkLst>
        </pc:spChg>
      </pc:sldChg>
      <pc:sldChg chg="modSp ord">
        <pc:chgData name="Gastbenutzer" userId="" providerId="Windows Live" clId="Web-{7EF22989-CCE3-1EB4-346E-57D28C1F6797}" dt="2025-10-28T14:58:29.356" v="426"/>
        <pc:sldMkLst>
          <pc:docMk/>
          <pc:sldMk cId="1607394269" sldId="258"/>
        </pc:sldMkLst>
        <pc:spChg chg="mod">
          <ac:chgData name="Gastbenutzer" userId="" providerId="Windows Live" clId="Web-{7EF22989-CCE3-1EB4-346E-57D28C1F6797}" dt="2025-10-28T14:58:07.762" v="425" actId="20577"/>
          <ac:spMkLst>
            <pc:docMk/>
            <pc:sldMk cId="1607394269" sldId="258"/>
            <ac:spMk id="2" creationId="{D40D234A-0040-272A-7BB3-302BB1FFA05C}"/>
          </ac:spMkLst>
        </pc:spChg>
        <pc:spChg chg="mod">
          <ac:chgData name="Gastbenutzer" userId="" providerId="Windows Live" clId="Web-{7EF22989-CCE3-1EB4-346E-57D28C1F6797}" dt="2025-10-28T14:57:59.387" v="424" actId="20577"/>
          <ac:spMkLst>
            <pc:docMk/>
            <pc:sldMk cId="1607394269" sldId="258"/>
            <ac:spMk id="3" creationId="{C7ED86F0-D0C1-7AA8-FB91-22AB5B706792}"/>
          </ac:spMkLst>
        </pc:spChg>
      </pc:sldChg>
      <pc:sldChg chg="modSp">
        <pc:chgData name="Gastbenutzer" userId="" providerId="Windows Live" clId="Web-{7EF22989-CCE3-1EB4-346E-57D28C1F6797}" dt="2025-10-28T14:32:14.097" v="244" actId="20577"/>
        <pc:sldMkLst>
          <pc:docMk/>
          <pc:sldMk cId="4062870596" sldId="260"/>
        </pc:sldMkLst>
        <pc:spChg chg="mod">
          <ac:chgData name="Gastbenutzer" userId="" providerId="Windows Live" clId="Web-{7EF22989-CCE3-1EB4-346E-57D28C1F6797}" dt="2025-10-28T14:32:14.097" v="244" actId="20577"/>
          <ac:spMkLst>
            <pc:docMk/>
            <pc:sldMk cId="4062870596" sldId="260"/>
            <ac:spMk id="2" creationId="{E5B97783-E0BB-1149-FA8E-7845504C8FB1}"/>
          </ac:spMkLst>
        </pc:spChg>
        <pc:spChg chg="mod">
          <ac:chgData name="Gastbenutzer" userId="" providerId="Windows Live" clId="Web-{7EF22989-CCE3-1EB4-346E-57D28C1F6797}" dt="2025-10-28T13:56:28.314" v="39" actId="20577"/>
          <ac:spMkLst>
            <pc:docMk/>
            <pc:sldMk cId="4062870596" sldId="260"/>
            <ac:spMk id="3" creationId="{1A336429-A196-43B8-C41D-609E9E77985A}"/>
          </ac:spMkLst>
        </pc:spChg>
      </pc:sldChg>
      <pc:sldChg chg="addSp delSp modSp new ord">
        <pc:chgData name="Gastbenutzer" userId="" providerId="Windows Live" clId="Web-{7EF22989-CCE3-1EB4-346E-57D28C1F6797}" dt="2025-10-28T15:40:18.300" v="499" actId="1076"/>
        <pc:sldMkLst>
          <pc:docMk/>
          <pc:sldMk cId="1835592059" sldId="261"/>
        </pc:sldMkLst>
        <pc:spChg chg="mod">
          <ac:chgData name="Gastbenutzer" userId="" providerId="Windows Live" clId="Web-{7EF22989-CCE3-1EB4-346E-57D28C1F6797}" dt="2025-10-28T14:31:43.409" v="239" actId="20577"/>
          <ac:spMkLst>
            <pc:docMk/>
            <pc:sldMk cId="1835592059" sldId="261"/>
            <ac:spMk id="2" creationId="{0DCA520E-E191-9A60-C956-DCE817E6C6FB}"/>
          </ac:spMkLst>
        </pc:spChg>
        <pc:picChg chg="mod">
          <ac:chgData name="Gastbenutzer" userId="" providerId="Windows Live" clId="Web-{7EF22989-CCE3-1EB4-346E-57D28C1F6797}" dt="2025-10-28T15:40:18.300" v="499" actId="1076"/>
          <ac:picMkLst>
            <pc:docMk/>
            <pc:sldMk cId="1835592059" sldId="261"/>
            <ac:picMk id="4" creationId="{3CDFF333-16F1-643A-E7AD-84E9C6F1E025}"/>
          </ac:picMkLst>
        </pc:picChg>
      </pc:sldChg>
      <pc:sldChg chg="addSp delSp modSp new">
        <pc:chgData name="Gastbenutzer" userId="" providerId="Windows Live" clId="Web-{7EF22989-CCE3-1EB4-346E-57D28C1F6797}" dt="2025-10-28T15:06:21.287" v="433"/>
        <pc:sldMkLst>
          <pc:docMk/>
          <pc:sldMk cId="2121217103" sldId="262"/>
        </pc:sldMkLst>
        <pc:spChg chg="mod">
          <ac:chgData name="Gastbenutzer" userId="" providerId="Windows Live" clId="Web-{7EF22989-CCE3-1EB4-346E-57D28C1F6797}" dt="2025-10-28T14:31:36.269" v="238" actId="20577"/>
          <ac:spMkLst>
            <pc:docMk/>
            <pc:sldMk cId="2121217103" sldId="262"/>
            <ac:spMk id="2" creationId="{6E745BD9-8425-A4FF-2ED5-2632FB0A0B77}"/>
          </ac:spMkLst>
        </pc:spChg>
        <pc:picChg chg="add mod ord">
          <ac:chgData name="Gastbenutzer" userId="" providerId="Windows Live" clId="Web-{7EF22989-CCE3-1EB4-346E-57D28C1F6797}" dt="2025-10-28T15:06:19.772" v="432"/>
          <ac:picMkLst>
            <pc:docMk/>
            <pc:sldMk cId="2121217103" sldId="262"/>
            <ac:picMk id="8" creationId="{DBBA42F0-D625-4275-027D-0CE3AFF319C8}"/>
          </ac:picMkLst>
        </pc:picChg>
      </pc:sldChg>
      <pc:sldChg chg="addSp delSp modSp new ord">
        <pc:chgData name="Gastbenutzer" userId="" providerId="Windows Live" clId="Web-{7EF22989-CCE3-1EB4-346E-57D28C1F6797}" dt="2025-10-28T15:41:03.035" v="500"/>
        <pc:sldMkLst>
          <pc:docMk/>
          <pc:sldMk cId="3878628147" sldId="263"/>
        </pc:sldMkLst>
        <pc:spChg chg="mod">
          <ac:chgData name="Gastbenutzer" userId="" providerId="Windows Live" clId="Web-{7EF22989-CCE3-1EB4-346E-57D28C1F6797}" dt="2025-10-28T14:31:55.784" v="241" actId="20577"/>
          <ac:spMkLst>
            <pc:docMk/>
            <pc:sldMk cId="3878628147" sldId="263"/>
            <ac:spMk id="2" creationId="{A5253EF2-8110-10B6-70CC-01CD4968F3E8}"/>
          </ac:spMkLst>
        </pc:spChg>
        <pc:spChg chg="mod">
          <ac:chgData name="Gastbenutzer" userId="" providerId="Windows Live" clId="Web-{7EF22989-CCE3-1EB4-346E-57D28C1F6797}" dt="2025-10-28T15:14:48.314" v="471" actId="20577"/>
          <ac:spMkLst>
            <pc:docMk/>
            <pc:sldMk cId="3878628147" sldId="263"/>
            <ac:spMk id="3" creationId="{E4377411-00AF-9065-0DA4-C0CD8FDAFB86}"/>
          </ac:spMkLst>
        </pc:spChg>
        <pc:picChg chg="add mod ord">
          <ac:chgData name="Gastbenutzer" userId="" providerId="Windows Live" clId="Web-{7EF22989-CCE3-1EB4-346E-57D28C1F6797}" dt="2025-10-28T15:06:42.412" v="437"/>
          <ac:picMkLst>
            <pc:docMk/>
            <pc:sldMk cId="3878628147" sldId="263"/>
            <ac:picMk id="6" creationId="{3F7E37FF-F543-E2BF-09A7-4F1A2C6E43EC}"/>
          </ac:picMkLst>
        </pc:picChg>
      </pc:sldChg>
      <pc:sldChg chg="modSp">
        <pc:chgData name="Gastbenutzer" userId="" providerId="Windows Live" clId="Web-{7EF22989-CCE3-1EB4-346E-57D28C1F6797}" dt="2025-10-28T15:15:25.658" v="477" actId="20577"/>
        <pc:sldMkLst>
          <pc:docMk/>
          <pc:sldMk cId="3100053615" sldId="264"/>
        </pc:sldMkLst>
        <pc:spChg chg="mod">
          <ac:chgData name="Gastbenutzer" userId="" providerId="Windows Live" clId="Web-{7EF22989-CCE3-1EB4-346E-57D28C1F6797}" dt="2025-10-28T14:31:48.456" v="240" actId="20577"/>
          <ac:spMkLst>
            <pc:docMk/>
            <pc:sldMk cId="3100053615" sldId="264"/>
            <ac:spMk id="2" creationId="{256CF5C6-BECC-BBA6-8057-AF73DFE02DE9}"/>
          </ac:spMkLst>
        </pc:spChg>
        <pc:spChg chg="mod">
          <ac:chgData name="Gastbenutzer" userId="" providerId="Windows Live" clId="Web-{7EF22989-CCE3-1EB4-346E-57D28C1F6797}" dt="2025-10-28T15:15:25.658" v="477" actId="20577"/>
          <ac:spMkLst>
            <pc:docMk/>
            <pc:sldMk cId="3100053615" sldId="264"/>
            <ac:spMk id="3" creationId="{D4AE117F-D912-FD76-7BBA-CA709A8C9301}"/>
          </ac:spMkLst>
        </pc:spChg>
      </pc:sldChg>
      <pc:sldChg chg="modSp ord">
        <pc:chgData name="Gastbenutzer" userId="" providerId="Windows Live" clId="Web-{7EF22989-CCE3-1EB4-346E-57D28C1F6797}" dt="2025-10-28T15:41:13.035" v="501"/>
        <pc:sldMkLst>
          <pc:docMk/>
          <pc:sldMk cId="3559994091" sldId="265"/>
        </pc:sldMkLst>
        <pc:spChg chg="mod">
          <ac:chgData name="Gastbenutzer" userId="" providerId="Windows Live" clId="Web-{7EF22989-CCE3-1EB4-346E-57D28C1F6797}" dt="2025-10-28T14:31:31.472" v="237" actId="20577"/>
          <ac:spMkLst>
            <pc:docMk/>
            <pc:sldMk cId="3559994091" sldId="265"/>
            <ac:spMk id="2" creationId="{EBFC7741-E6CA-6A3E-8FF5-4119102E3007}"/>
          </ac:spMkLst>
        </pc:spChg>
      </pc:sldChg>
      <pc:sldChg chg="addSp delSp modSp new ord">
        <pc:chgData name="Gastbenutzer" userId="" providerId="Windows Live" clId="Web-{7EF22989-CCE3-1EB4-346E-57D28C1F6797}" dt="2025-10-28T15:39:39.236" v="497" actId="20577"/>
        <pc:sldMkLst>
          <pc:docMk/>
          <pc:sldMk cId="4180450294" sldId="266"/>
        </pc:sldMkLst>
        <pc:spChg chg="mod">
          <ac:chgData name="Gastbenutzer" userId="" providerId="Windows Live" clId="Web-{7EF22989-CCE3-1EB4-346E-57D28C1F6797}" dt="2025-10-28T15:39:39.236" v="497" actId="20577"/>
          <ac:spMkLst>
            <pc:docMk/>
            <pc:sldMk cId="4180450294" sldId="266"/>
            <ac:spMk id="2" creationId="{2C24FA90-1524-2A82-44FA-9D78CAA178CF}"/>
          </ac:spMkLst>
        </pc:spChg>
        <pc:picChg chg="add mod ord">
          <ac:chgData name="Gastbenutzer" userId="" providerId="Windows Live" clId="Web-{7EF22989-CCE3-1EB4-346E-57D28C1F6797}" dt="2025-10-28T15:09:41.818" v="453"/>
          <ac:picMkLst>
            <pc:docMk/>
            <pc:sldMk cId="4180450294" sldId="266"/>
            <ac:picMk id="4" creationId="{2D9B3C5B-F39A-C1A1-7028-781EC5037005}"/>
          </ac:picMkLst>
        </pc:picChg>
      </pc:sldChg>
      <pc:sldChg chg="modSp">
        <pc:chgData name="Gastbenutzer" userId="" providerId="Windows Live" clId="Web-{7EF22989-CCE3-1EB4-346E-57D28C1F6797}" dt="2025-10-28T15:27:22.077" v="480"/>
        <pc:sldMkLst>
          <pc:docMk/>
          <pc:sldMk cId="3583584597" sldId="267"/>
        </pc:sldMkLst>
        <pc:spChg chg="mod">
          <ac:chgData name="Gastbenutzer" userId="" providerId="Windows Live" clId="Web-{7EF22989-CCE3-1EB4-346E-57D28C1F6797}" dt="2025-10-28T15:27:22.077" v="480"/>
          <ac:spMkLst>
            <pc:docMk/>
            <pc:sldMk cId="3583584597" sldId="267"/>
            <ac:spMk id="2" creationId="{C6751662-E3E2-11D5-67BC-35EA03DF749E}"/>
          </ac:spMkLst>
        </pc:spChg>
      </pc:sldChg>
    </pc:docChg>
  </pc:docChgLst>
  <pc:docChgLst>
    <pc:chgData name="Linus Braun" userId="a5d23c20616040eb" providerId="Windows Live" clId="Web-{1FDCDF00-8B03-168F-EEC4-236B1548F029}"/>
    <pc:docChg chg="mod modSld modMainMaster">
      <pc:chgData name="Linus Braun" userId="a5d23c20616040eb" providerId="Windows Live" clId="Web-{1FDCDF00-8B03-168F-EEC4-236B1548F029}" dt="2025-10-29T19:19:38.221" v="6"/>
      <pc:docMkLst>
        <pc:docMk/>
      </pc:docMkLst>
      <pc:sldChg chg="addSp delSp modSp">
        <pc:chgData name="Linus Braun" userId="a5d23c20616040eb" providerId="Windows Live" clId="Web-{1FDCDF00-8B03-168F-EEC4-236B1548F029}" dt="2025-10-29T19:05:28.713" v="5"/>
        <pc:sldMkLst>
          <pc:docMk/>
          <pc:sldMk cId="1984367411" sldId="256"/>
        </pc:sldMkLst>
        <pc:spChg chg="add del mod">
          <ac:chgData name="Linus Braun" userId="a5d23c20616040eb" providerId="Windows Live" clId="Web-{1FDCDF00-8B03-168F-EEC4-236B1548F029}" dt="2025-10-29T19:05:07.227" v="1"/>
          <ac:spMkLst>
            <pc:docMk/>
            <pc:sldMk cId="1984367411" sldId="256"/>
            <ac:spMk id="4" creationId="{0C58DACC-CC22-C06F-80B9-4653BCEDA482}"/>
          </ac:spMkLst>
        </pc:spChg>
        <pc:spChg chg="add del mod">
          <ac:chgData name="Linus Braun" userId="a5d23c20616040eb" providerId="Windows Live" clId="Web-{1FDCDF00-8B03-168F-EEC4-236B1548F029}" dt="2025-10-29T19:05:28.713" v="5"/>
          <ac:spMkLst>
            <pc:docMk/>
            <pc:sldMk cId="1984367411" sldId="256"/>
            <ac:spMk id="6" creationId="{F14819CF-01A7-E0D6-359B-2B79291A1BFF}"/>
          </ac:spMkLst>
        </pc:spChg>
      </pc:sldChg>
      <pc:sldChg chg="addSp modSp">
        <pc:chgData name="Linus Braun" userId="a5d23c20616040eb" providerId="Windows Live" clId="Web-{1FDCDF00-8B03-168F-EEC4-236B1548F029}" dt="2025-10-29T19:05:27.041" v="3"/>
        <pc:sldMkLst>
          <pc:docMk/>
          <pc:sldMk cId="144807118" sldId="257"/>
        </pc:sldMkLst>
        <pc:spChg chg="add mod">
          <ac:chgData name="Linus Braun" userId="a5d23c20616040eb" providerId="Windows Live" clId="Web-{1FDCDF00-8B03-168F-EEC4-236B1548F029}" dt="2025-10-29T19:05:27.041" v="3"/>
          <ac:spMkLst>
            <pc:docMk/>
            <pc:sldMk cId="144807118" sldId="257"/>
            <ac:spMk id="3" creationId="{3A0BB0CA-B876-13D4-A7B3-AE20ACC4FEC4}"/>
          </ac:spMkLst>
        </pc:spChg>
      </pc:sldChg>
      <pc:sldChg chg="addSp modSp">
        <pc:chgData name="Linus Braun" userId="a5d23c20616040eb" providerId="Windows Live" clId="Web-{1FDCDF00-8B03-168F-EEC4-236B1548F029}" dt="2025-10-29T19:05:28.713" v="5"/>
        <pc:sldMkLst>
          <pc:docMk/>
          <pc:sldMk cId="1607394269" sldId="258"/>
        </pc:sldMkLst>
        <pc:spChg chg="add mod">
          <ac:chgData name="Linus Braun" userId="a5d23c20616040eb" providerId="Windows Live" clId="Web-{1FDCDF00-8B03-168F-EEC4-236B1548F029}" dt="2025-10-29T19:05:28.713" v="5"/>
          <ac:spMkLst>
            <pc:docMk/>
            <pc:sldMk cId="1607394269" sldId="258"/>
            <ac:spMk id="4" creationId="{A1177AFC-F5F0-B1BF-7402-E86C0FFFE635}"/>
          </ac:spMkLst>
        </pc:spChg>
      </pc:sldChg>
      <pc:sldChg chg="addSp modSp">
        <pc:chgData name="Linus Braun" userId="a5d23c20616040eb" providerId="Windows Live" clId="Web-{1FDCDF00-8B03-168F-EEC4-236B1548F029}" dt="2025-10-29T19:05:28.713" v="5"/>
        <pc:sldMkLst>
          <pc:docMk/>
          <pc:sldMk cId="4062870596" sldId="260"/>
        </pc:sldMkLst>
        <pc:spChg chg="add mod">
          <ac:chgData name="Linus Braun" userId="a5d23c20616040eb" providerId="Windows Live" clId="Web-{1FDCDF00-8B03-168F-EEC4-236B1548F029}" dt="2025-10-29T19:05:28.713" v="5"/>
          <ac:spMkLst>
            <pc:docMk/>
            <pc:sldMk cId="4062870596" sldId="260"/>
            <ac:spMk id="4" creationId="{FB710F2C-3EEA-7915-4817-884E487B76CF}"/>
          </ac:spMkLst>
        </pc:spChg>
      </pc:sldChg>
      <pc:sldChg chg="addSp modSp">
        <pc:chgData name="Linus Braun" userId="a5d23c20616040eb" providerId="Windows Live" clId="Web-{1FDCDF00-8B03-168F-EEC4-236B1548F029}" dt="2025-10-29T19:05:28.713" v="5"/>
        <pc:sldMkLst>
          <pc:docMk/>
          <pc:sldMk cId="1835592059" sldId="261"/>
        </pc:sldMkLst>
        <pc:spChg chg="add mod">
          <ac:chgData name="Linus Braun" userId="a5d23c20616040eb" providerId="Windows Live" clId="Web-{1FDCDF00-8B03-168F-EEC4-236B1548F029}" dt="2025-10-29T19:05:28.713" v="5"/>
          <ac:spMkLst>
            <pc:docMk/>
            <pc:sldMk cId="1835592059" sldId="261"/>
            <ac:spMk id="3" creationId="{C1C86876-A35F-2095-D19D-43C3B2D849D1}"/>
          </ac:spMkLst>
        </pc:spChg>
      </pc:sldChg>
      <pc:sldChg chg="addSp modSp">
        <pc:chgData name="Linus Braun" userId="a5d23c20616040eb" providerId="Windows Live" clId="Web-{1FDCDF00-8B03-168F-EEC4-236B1548F029}" dt="2025-10-29T19:05:28.713" v="5"/>
        <pc:sldMkLst>
          <pc:docMk/>
          <pc:sldMk cId="2121217103" sldId="262"/>
        </pc:sldMkLst>
        <pc:spChg chg="add mod">
          <ac:chgData name="Linus Braun" userId="a5d23c20616040eb" providerId="Windows Live" clId="Web-{1FDCDF00-8B03-168F-EEC4-236B1548F029}" dt="2025-10-29T19:05:28.713" v="5"/>
          <ac:spMkLst>
            <pc:docMk/>
            <pc:sldMk cId="2121217103" sldId="262"/>
            <ac:spMk id="3" creationId="{08429445-A076-ABA2-A9B6-ABFA2872065F}"/>
          </ac:spMkLst>
        </pc:spChg>
      </pc:sldChg>
      <pc:sldChg chg="addSp modSp">
        <pc:chgData name="Linus Braun" userId="a5d23c20616040eb" providerId="Windows Live" clId="Web-{1FDCDF00-8B03-168F-EEC4-236B1548F029}" dt="2025-10-29T19:05:28.713" v="5"/>
        <pc:sldMkLst>
          <pc:docMk/>
          <pc:sldMk cId="3878628147" sldId="263"/>
        </pc:sldMkLst>
        <pc:spChg chg="add mod">
          <ac:chgData name="Linus Braun" userId="a5d23c20616040eb" providerId="Windows Live" clId="Web-{1FDCDF00-8B03-168F-EEC4-236B1548F029}" dt="2025-10-29T19:05:28.713" v="5"/>
          <ac:spMkLst>
            <pc:docMk/>
            <pc:sldMk cId="3878628147" sldId="263"/>
            <ac:spMk id="4" creationId="{42FB58C0-8B84-CAEB-903D-E76336B64336}"/>
          </ac:spMkLst>
        </pc:spChg>
      </pc:sldChg>
      <pc:sldChg chg="addSp modSp">
        <pc:chgData name="Linus Braun" userId="a5d23c20616040eb" providerId="Windows Live" clId="Web-{1FDCDF00-8B03-168F-EEC4-236B1548F029}" dt="2025-10-29T19:05:28.713" v="5"/>
        <pc:sldMkLst>
          <pc:docMk/>
          <pc:sldMk cId="3100053615" sldId="264"/>
        </pc:sldMkLst>
        <pc:spChg chg="add mod">
          <ac:chgData name="Linus Braun" userId="a5d23c20616040eb" providerId="Windows Live" clId="Web-{1FDCDF00-8B03-168F-EEC4-236B1548F029}" dt="2025-10-29T19:05:28.713" v="5"/>
          <ac:spMkLst>
            <pc:docMk/>
            <pc:sldMk cId="3100053615" sldId="264"/>
            <ac:spMk id="4" creationId="{637D4544-ED76-9955-5237-799ADEF57C09}"/>
          </ac:spMkLst>
        </pc:spChg>
      </pc:sldChg>
      <pc:sldChg chg="addSp modSp">
        <pc:chgData name="Linus Braun" userId="a5d23c20616040eb" providerId="Windows Live" clId="Web-{1FDCDF00-8B03-168F-EEC4-236B1548F029}" dt="2025-10-29T19:05:28.713" v="5"/>
        <pc:sldMkLst>
          <pc:docMk/>
          <pc:sldMk cId="3559994091" sldId="265"/>
        </pc:sldMkLst>
        <pc:spChg chg="add mod">
          <ac:chgData name="Linus Braun" userId="a5d23c20616040eb" providerId="Windows Live" clId="Web-{1FDCDF00-8B03-168F-EEC4-236B1548F029}" dt="2025-10-29T19:05:28.713" v="5"/>
          <ac:spMkLst>
            <pc:docMk/>
            <pc:sldMk cId="3559994091" sldId="265"/>
            <ac:spMk id="4" creationId="{C11ED149-9DE5-F069-8643-04D38F44F964}"/>
          </ac:spMkLst>
        </pc:spChg>
      </pc:sldChg>
      <pc:sldChg chg="addSp modSp">
        <pc:chgData name="Linus Braun" userId="a5d23c20616040eb" providerId="Windows Live" clId="Web-{1FDCDF00-8B03-168F-EEC4-236B1548F029}" dt="2025-10-29T19:05:28.713" v="5"/>
        <pc:sldMkLst>
          <pc:docMk/>
          <pc:sldMk cId="4180450294" sldId="266"/>
        </pc:sldMkLst>
        <pc:spChg chg="add mod">
          <ac:chgData name="Linus Braun" userId="a5d23c20616040eb" providerId="Windows Live" clId="Web-{1FDCDF00-8B03-168F-EEC4-236B1548F029}" dt="2025-10-29T19:05:28.713" v="5"/>
          <ac:spMkLst>
            <pc:docMk/>
            <pc:sldMk cId="4180450294" sldId="266"/>
            <ac:spMk id="3" creationId="{67C76EF7-2B9E-C9E6-4CF1-962657BCC5E4}"/>
          </ac:spMkLst>
        </pc:spChg>
      </pc:sldChg>
      <pc:sldChg chg="addSp modSp">
        <pc:chgData name="Linus Braun" userId="a5d23c20616040eb" providerId="Windows Live" clId="Web-{1FDCDF00-8B03-168F-EEC4-236B1548F029}" dt="2025-10-29T19:05:28.713" v="5"/>
        <pc:sldMkLst>
          <pc:docMk/>
          <pc:sldMk cId="3583584597" sldId="267"/>
        </pc:sldMkLst>
        <pc:spChg chg="add mod">
          <ac:chgData name="Linus Braun" userId="a5d23c20616040eb" providerId="Windows Live" clId="Web-{1FDCDF00-8B03-168F-EEC4-236B1548F029}" dt="2025-10-29T19:05:28.713" v="5"/>
          <ac:spMkLst>
            <pc:docMk/>
            <pc:sldMk cId="3583584597" sldId="267"/>
            <ac:spMk id="4" creationId="{04EE00B4-4C84-7EAB-97C4-EF202DE49809}"/>
          </ac:spMkLst>
        </pc:spChg>
      </pc:sldChg>
      <pc:sldMasterChg chg="mod modSldLayout">
        <pc:chgData name="Linus Braun" userId="a5d23c20616040eb" providerId="Windows Live" clId="Web-{1FDCDF00-8B03-168F-EEC4-236B1548F029}" dt="2025-10-29T19:19:38.221" v="6"/>
        <pc:sldMasterMkLst>
          <pc:docMk/>
          <pc:sldMasterMk cId="1678875446" sldId="2147483648"/>
        </pc:sldMasterMkLst>
        <pc:sldLayoutChg chg="mod">
          <pc:chgData name="Linus Braun" userId="a5d23c20616040eb" providerId="Windows Live" clId="Web-{1FDCDF00-8B03-168F-EEC4-236B1548F029}" dt="2025-10-29T19:19:38.221" v="6"/>
          <pc:sldLayoutMkLst>
            <pc:docMk/>
            <pc:sldMasterMk cId="1678875446" sldId="2147483648"/>
            <pc:sldLayoutMk cId="694013448" sldId="2147483649"/>
          </pc:sldLayoutMkLst>
        </pc:sldLayoutChg>
        <pc:sldLayoutChg chg="mod">
          <pc:chgData name="Linus Braun" userId="a5d23c20616040eb" providerId="Windows Live" clId="Web-{1FDCDF00-8B03-168F-EEC4-236B1548F029}" dt="2025-10-29T19:19:38.221" v="6"/>
          <pc:sldLayoutMkLst>
            <pc:docMk/>
            <pc:sldMasterMk cId="1678875446" sldId="2147483648"/>
            <pc:sldLayoutMk cId="3323405167" sldId="2147483650"/>
          </pc:sldLayoutMkLst>
        </pc:sldLayoutChg>
        <pc:sldLayoutChg chg="mod">
          <pc:chgData name="Linus Braun" userId="a5d23c20616040eb" providerId="Windows Live" clId="Web-{1FDCDF00-8B03-168F-EEC4-236B1548F029}" dt="2025-10-29T19:19:38.221" v="6"/>
          <pc:sldLayoutMkLst>
            <pc:docMk/>
            <pc:sldMasterMk cId="1678875446" sldId="2147483648"/>
            <pc:sldLayoutMk cId="1158898803" sldId="2147483651"/>
          </pc:sldLayoutMkLst>
        </pc:sldLayoutChg>
        <pc:sldLayoutChg chg="mod">
          <pc:chgData name="Linus Braun" userId="a5d23c20616040eb" providerId="Windows Live" clId="Web-{1FDCDF00-8B03-168F-EEC4-236B1548F029}" dt="2025-10-29T19:19:38.221" v="6"/>
          <pc:sldLayoutMkLst>
            <pc:docMk/>
            <pc:sldMasterMk cId="1678875446" sldId="2147483648"/>
            <pc:sldLayoutMk cId="1070998127" sldId="2147483652"/>
          </pc:sldLayoutMkLst>
        </pc:sldLayoutChg>
        <pc:sldLayoutChg chg="mod">
          <pc:chgData name="Linus Braun" userId="a5d23c20616040eb" providerId="Windows Live" clId="Web-{1FDCDF00-8B03-168F-EEC4-236B1548F029}" dt="2025-10-29T19:19:38.221" v="6"/>
          <pc:sldLayoutMkLst>
            <pc:docMk/>
            <pc:sldMasterMk cId="1678875446" sldId="2147483648"/>
            <pc:sldLayoutMk cId="1052554414" sldId="2147483653"/>
          </pc:sldLayoutMkLst>
        </pc:sldLayoutChg>
        <pc:sldLayoutChg chg="mod">
          <pc:chgData name="Linus Braun" userId="a5d23c20616040eb" providerId="Windows Live" clId="Web-{1FDCDF00-8B03-168F-EEC4-236B1548F029}" dt="2025-10-29T19:19:38.221" v="6"/>
          <pc:sldLayoutMkLst>
            <pc:docMk/>
            <pc:sldMasterMk cId="1678875446" sldId="2147483648"/>
            <pc:sldLayoutMk cId="2653654689" sldId="2147483654"/>
          </pc:sldLayoutMkLst>
        </pc:sldLayoutChg>
        <pc:sldLayoutChg chg="mod">
          <pc:chgData name="Linus Braun" userId="a5d23c20616040eb" providerId="Windows Live" clId="Web-{1FDCDF00-8B03-168F-EEC4-236B1548F029}" dt="2025-10-29T19:19:38.221" v="6"/>
          <pc:sldLayoutMkLst>
            <pc:docMk/>
            <pc:sldMasterMk cId="1678875446" sldId="2147483648"/>
            <pc:sldLayoutMk cId="1114314693" sldId="2147483655"/>
          </pc:sldLayoutMkLst>
        </pc:sldLayoutChg>
        <pc:sldLayoutChg chg="mod">
          <pc:chgData name="Linus Braun" userId="a5d23c20616040eb" providerId="Windows Live" clId="Web-{1FDCDF00-8B03-168F-EEC4-236B1548F029}" dt="2025-10-29T19:19:38.221" v="6"/>
          <pc:sldLayoutMkLst>
            <pc:docMk/>
            <pc:sldMasterMk cId="1678875446" sldId="2147483648"/>
            <pc:sldLayoutMk cId="4111836358" sldId="2147483656"/>
          </pc:sldLayoutMkLst>
        </pc:sldLayoutChg>
        <pc:sldLayoutChg chg="mod">
          <pc:chgData name="Linus Braun" userId="a5d23c20616040eb" providerId="Windows Live" clId="Web-{1FDCDF00-8B03-168F-EEC4-236B1548F029}" dt="2025-10-29T19:19:38.221" v="6"/>
          <pc:sldLayoutMkLst>
            <pc:docMk/>
            <pc:sldMasterMk cId="1678875446" sldId="2147483648"/>
            <pc:sldLayoutMk cId="705513522" sldId="2147483657"/>
          </pc:sldLayoutMkLst>
        </pc:sldLayoutChg>
        <pc:sldLayoutChg chg="mod">
          <pc:chgData name="Linus Braun" userId="a5d23c20616040eb" providerId="Windows Live" clId="Web-{1FDCDF00-8B03-168F-EEC4-236B1548F029}" dt="2025-10-29T19:19:38.221" v="6"/>
          <pc:sldLayoutMkLst>
            <pc:docMk/>
            <pc:sldMasterMk cId="1678875446" sldId="2147483648"/>
            <pc:sldLayoutMk cId="4087831264" sldId="2147483658"/>
          </pc:sldLayoutMkLst>
        </pc:sldLayoutChg>
        <pc:sldLayoutChg chg="mod">
          <pc:chgData name="Linus Braun" userId="a5d23c20616040eb" providerId="Windows Live" clId="Web-{1FDCDF00-8B03-168F-EEC4-236B1548F029}" dt="2025-10-29T19:19:38.221" v="6"/>
          <pc:sldLayoutMkLst>
            <pc:docMk/>
            <pc:sldMasterMk cId="1678875446" sldId="2147483648"/>
            <pc:sldLayoutMk cId="3892207730" sldId="2147483659"/>
          </pc:sldLayoutMkLst>
        </pc:sldLayoutChg>
      </pc:sldMasterChg>
    </pc:docChg>
  </pc:docChgLst>
</pc:chgInfo>
</file>

<file path=ppt/comments/modernComment_10B_D599295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10CF510-D1DB-4821-A5B2-2260E64D6805}" authorId="{685C5353-D6B6-4F32-A6FB-7D0A3485BA1D}" created="2025-10-30T14:16:50.284">
    <pc:sldMkLst xmlns:pc="http://schemas.microsoft.com/office/powerpoint/2013/main/command">
      <pc:docMk/>
      <pc:sldMk cId="3583584597" sldId="267"/>
    </pc:sldMkLst>
    <p188:replyLst>
      <p188:reply id="{8C24EB33-2C26-423B-8A4C-E09214E1F101}" authorId="{685C5353-D6B6-4F32-A6FB-7D0A3485BA1D}" created="2025-10-30T14:17:28.348">
        <p188:txBody>
          <a:bodyPr/>
          <a:lstStyle/>
          <a:p>
            <a:r>
              <a:rPr lang="de-DE"/>
              <a:t>Keine Vielen danke für ihre aufmerkasmkeit abschlussfolie !!!!!</a:t>
            </a:r>
          </a:p>
        </p188:txBody>
      </p188:reply>
    </p188:replyLst>
    <p188:txBody>
      <a:bodyPr/>
      <a:lstStyle/>
      <a:p>
        <a:r>
          <a:rPr lang="de-DE"/>
          <a:t>Abschlussfolie mit kompletter Übersicht um was es Ging</a:t>
        </a:r>
      </a:p>
    </p188:txBody>
  </p188:cm>
  <p188:cm id="{0731CC53-1DCF-4DF8-9F01-B7DB7545A9D0}" authorId="{685C5353-D6B6-4F32-A6FB-7D0A3485BA1D}" created="2025-10-30T14:22:18.950">
    <pc:sldMkLst xmlns:pc="http://schemas.microsoft.com/office/powerpoint/2013/main/command">
      <pc:docMk/>
      <pc:sldMk cId="3583584597" sldId="267"/>
    </pc:sldMkLst>
    <p188:txBody>
      <a:bodyPr/>
      <a:lstStyle/>
      <a:p>
        <a:r>
          <a:rPr lang="de-DE"/>
          <a:t>auch hier fehlt die Konkretisierung auf das Folgemanöver im allgemeinen, nicht zwangsweise in der SW-arch</a:t>
        </a:r>
      </a:p>
    </p188:txBody>
  </p188:cm>
</p188:cmLst>
</file>

<file path=ppt/comments/modernComment_100_76470B3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D806DC1-37DD-448F-B8BB-FEBD57839C85}" authorId="{685C5353-D6B6-4F32-A6FB-7D0A3485BA1D}" created="2025-10-30T14:19:57.588">
    <pc:sldMkLst xmlns:pc="http://schemas.microsoft.com/office/powerpoint/2013/main/command">
      <pc:docMk/>
      <pc:sldMk cId="1984367411" sldId="256"/>
    </pc:sldMkLst>
    <p188:txBody>
      <a:bodyPr/>
      <a:lstStyle/>
      <a:p>
        <a:r>
          <a:rPr lang="de-DE"/>
          <a:t>Folien lang genug stehen lasse 
langsamer Reden </a:t>
        </a:r>
      </a:p>
    </p188:txBody>
  </p188:cm>
</p188:cmLst>
</file>

<file path=ppt/comments/modernComment_106_7E6F344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A187837-DE68-4FB2-BF41-3625B774E970}" authorId="{685C5353-D6B6-4F32-A6FB-7D0A3485BA1D}" created="2025-10-30T14:15:06.680">
    <pc:sldMkLst xmlns:pc="http://schemas.microsoft.com/office/powerpoint/2013/main/command">
      <pc:docMk/>
      <pc:sldMk cId="2121217103" sldId="262"/>
    </pc:sldMkLst>
    <p188:txBody>
      <a:bodyPr/>
      <a:lstStyle/>
      <a:p>
        <a:r>
          <a:rPr lang="de-DE"/>
          <a:t>Vernünftige Namen für die Meilensteine (Damit mann erkennt um was es geht)</a:t>
        </a:r>
      </a:p>
    </p188:txBody>
  </p188:cm>
  <p188:cm id="{67BF49AC-03F6-4F95-81CD-900EC0B18205}" authorId="{685C5353-D6B6-4F32-A6FB-7D0A3485BA1D}" created="2025-10-30T14:21:01.152">
    <pc:sldMkLst xmlns:pc="http://schemas.microsoft.com/office/powerpoint/2013/main/command">
      <pc:docMk/>
      <pc:sldMk cId="2121217103" sldId="262"/>
    </pc:sldMkLst>
    <p188:txBody>
      <a:bodyPr/>
      <a:lstStyle/>
      <a:p>
        <a:r>
          <a:rPr lang="de-DE"/>
          <a:t>Auf relevante Folien lange genug verweilen, damit die Informationen aufgenommen werden.</a:t>
        </a:r>
      </a:p>
    </p188:txBody>
  </p188:cm>
</p188:cmLst>
</file>

<file path=ppt/comments/modernComment_107_E72F2B3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FA7B0D7-7ED3-48E8-94ED-11C46D8BF80F}" authorId="{685C5353-D6B6-4F32-A6FB-7D0A3485BA1D}" created="2025-10-30T14:21:44.605">
    <pc:sldMkLst xmlns:pc="http://schemas.microsoft.com/office/powerpoint/2013/main/command">
      <pc:docMk/>
      <pc:sldMk cId="3878628147" sldId="263"/>
    </pc:sldMkLst>
    <p188:txBody>
      <a:bodyPr/>
      <a:lstStyle/>
      <a:p>
        <a:r>
          <a:rPr lang="de-DE"/>
          <a:t>Kick off soll für alle Teilaufgaben gemacht werden hier fehlt also die Konkretisierung auf das FOgemanöver</a:t>
        </a:r>
      </a:p>
    </p188:txBody>
  </p188:cm>
</p188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30T15:22:26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19991 6401 16383 0 0,'12'0'0'0'0,"7"-3"0"0"0,-33 71 0 0 0,-8 27 0 0 0,3-5 0 0 0,19-31 0 0 0,26-49 0 0 0,19-56 0 0 0,2-35 0 0 0,-6-2 0 0 0,-14 21 0 0 0,-17 29 0 0 0,-13 32 0 0 0,-13 31 0 0 0,-8 38 0 0 0,-2 13 0 0 0,5-1 0 0 0,17-32 0 0 0,13-34 0 0 0,5-18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30T15:22:26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15197 11051 16383 0 0,'-3'-3'0'0'0,"-10"-7"0"0"0,-18-10 0 0 0,-24-18 0 0 0,-24-17 0 0 0,-23-16 0 0 0,-21-13 0 0 0,-19-12 0 0 0,-13-7 0 0 0,-10-5 0 0 0,-7-5 0 0 0,-1-1 0 0 0,-25-18 0 0 0,-3-3 0 0 0,9 5 0 0 0,12 8 0 0 0,14 8 0 0 0,14 7 0 0 0,11 6 0 0 0,9 2 0 0 0,6 3 0 0 0,7 3 0 0 0,5 5 0 0 0,4 6 0 0 0,8 8 0 0 0,8 4 0 0 0,7 5 0 0 0,6 5 0 0 0,5 3 0 0 0,4 6 0 0 0,8 5 0 0 0,5 5 0 0 0,11 6 0 0 0,6 6 0 0 0,9 5 0 0 0,6 3 0 0 0,4 3 0 0 0,4 4 0 0 0,2 2 0 0 0,1-1 0 0 0,0-1 0 0 0,-1 3 0 0 0,1-1 0 0 0,-1-1 0 0 0,0-1 0 0 0,2 2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30T15:22:26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21841 12640 16383 0 0,'-3'0'0'0'0,"-5"0"0"0"0,0 4 0 0 0,0-3 0 0 0,2-5 0 0 0,2-4 0 0 0,5-5 0 0 0,3-3 0 0 0,3-2 0 0 0,1-2 0 0 0,2 4 0 0 0,-1 0 0 0 0,2 6 0 0 0,-1 9 0 0 0,-3 7 0 0 0,2 6 0 0 0,-2 5 0 0 0,-1 2 0 0 0,-2 1 0 0 0,-2 1 0 0 0,2 0 0 0 0,1-1 0 0 0,-1 0 0 0 0,-1 0 0 0 0,-1 0 0 0 0,-1-1 0 0 0,3-3 0 0 0,0-8 0 0 0,0-8 0 0 0,3-8 0 0 0,-1-5 0 0 0,0-8 0 0 0,-2-2 0 0 0,-2-2 0 0 0,3 1 0 0 0,0 0 0 0 0,-1 2 0 0 0,0 2 0 0 0,-2 6 0 0 0,-1 10 0 0 0,3 5 0 0 0,0 6 0 0 0,0 8 0 0 0,-1 5 0 0 0,3 2 0 0 0,-1 1 0 0 0,0-1 0 0 0,2 0 0 0 0,3-1 0 0 0,3-4 0 0 0,0-1 0 0 0,0-4 0 0 0,2-4 0 0 0,1-6 0 0 0,-2-7 0 0 0,0-6 0 0 0,-2-5 0 0 0,-1-2 0 0 0,-1-5 0 0 0,0-1 0 0 0,-1-4 0 0 0,1-1 0 0 0,-1 3 0 0 0,-2 1 0 0 0,-3 2 0 0 0,2 5 0 0 0,0 3 0 0 0,2 3 0 0 0,-1 0 0 0 0,-1 6 0 0 0,-1 8 0 0 0,1 5 0 0 0,-1 7 0 0 0,0 2 0 0 0,2 3 0 0 0,-1 1 0 0 0,0 1 0 0 0,1-1 0 0 0,0 1 0 0 0,1-4 0 0 0,4-2 0 0 0,2-3 0 0 0,2-3 0 0 0,-1-8 0 0 0,0-2 0 0 0,0-6 0 0 0,-2-4 0 0 0,0 0 0 0 0,-2-2 0 0 0,0-2 0 0 0,-1-2 0 0 0,0 3 0 0 0,-1 6 0 0 0,1 5 0 0 0,-2 6 0 0 0,2 6 0 0 0,-1 4 0 0 0,1 4 0 0 0,3 2 0 0 0,1-2 0 0 0,-1-1 0 0 0,1-3 0 0 0,1-7 0 0 0,-3-8 0 0 0,1-7 0 0 0,-2-4 0 0 0,0-5 0 0 0,-1-1 0 0 0,0 1 0 0 0,-1 9 0 0 0,1 4 0 0 0,-1 7 0 0 0,-2 7 0 0 0,0 1 0 0 0,0 2 0 0 0,-1 3 0 0 0,1-1 0 0 0,3-1 0 0 0,3-1 0 0 0,2-3 0 0 0,3-7 0 0 0,-3-7 0 0 0,0-2 0 0 0,-3-3 0 0 0,-3-4 0 0 0,0-2 0 0 0,-1-2 0 0 0,-3-1 0 0 0,-2-1 0 0 0,-1 0 0 0 0,-1 0 0 0 0,3 4 0 0 0,0 1 0 0 0,-1 6 0 0 0,4 5 0 0 0,-1 6 0 0 0,-1 6 0 0 0,3 5 0 0 0,-1 4 0 0 0,2-1 0 0 0,-1-1 0 0 0,2-2 0 0 0,-1-3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30T15:22:26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23360 12779 16383 0 0,'-3'0'0'0'0,"-5"0"0"0"0,-4 0 0 0 0,1-4 0 0 0,-3-6 0 0 0,3-7 0 0 0,2-2 0 0 0,3-2 0 0 0,3 0 0 0 0,4 0 0 0 0,3 0 0 0 0,1 1 0 0 0,2 0 0 0 0,0 0 0 0 0,2 1 0 0 0,0 6 0 0 0,2 12 0 0 0,-2 10 0 0 0,2 6 0 0 0,-2 4 0 0 0,-2 2 0 0 0,-2 1 0 0 0,-2 0 0 0 0,-2-1 0 0 0,-1 0 0 0 0,4-1 0 0 0,3-4 0 0 0,1-1 0 0 0,2-6 0 0 0,0-8 0 0 0,1-5 0 0 0,-1-4 0 0 0,-3-5 0 0 0,-1-2 0 0 0,0 0 0 0 0,0 0 0 0 0,-2-1 0 0 0,3 3 0 0 0,-1-1 0 0 0,2 3 0 0 0,1 0 0 0 0,0 2 0 0 0,4 2 0 0 0,-2-1 0 0 0,1 1 0 0 0,2-2 0 0 0,2-2 0 0 0,-2-3 0 0 0,0 2 0 0 0,0-2 0 0 0,2 3 0 0 0,2 2 0 0 0,-4 0 0 0 0,1 2 0 0 0,0 1 0 0 0,-2 6 0 0 0,-1 2 0 0 0,-1 5 0 0 0,-3 3 0 0 0,-4 5 0 0 0,2-2 0 0 0,0 2 0 0 0,-2 0 0 0 0,3-1 0 0 0,-1-1 0 0 0,2-2 0 0 0,0-6 0 0 0,2-4 0 0 0,-1-6 0 0 0,-2-5 0 0 0,1-4 0 0 0,-1-3 0 0 0,2 2 0 0 0,0-1 0 0 0,0 3 0 0 0,0 1 0 0 0,1 1 0 0 0,-1 7 0 0 0,2 7 0 0 0,-2 6 0 0 0,1 2 0 0 0,-1 2 0 0 0,1 2 0 0 0,3 2 0 0 0,1-2 0 0 0,0 0 0 0 0,-1-3 0 0 0,2-3 0 0 0,-2-7 0 0 0,-1-3 0 0 0,2-5 0 0 0,2-2 0 0 0,1-2 0 0 0,1 0 0 0 0,1 2 0 0 0,-4-1 0 0 0,1 1 0 0 0,-4 2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30T15:22:26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17118 12113 16383 0 0,'-3'0'0'0'0,"-5"0"0"0"0,-4-3 0 0 0,-3-1 0 0 0,-2 0 0 0 0,1 4 0 0 0,0 2 0 0 0,4 4 0 0 0,-1 0 0 0 0,3 4 0 0 0,0-1 0 0 0,1 2 0 0 0,-1-1 0 0 0,1 0 0 0 0,-1 0 0 0 0,-2 0 0 0 0,-2 3 0 0 0,-3 1 0 0 0,-1 0 0 0 0,3-1 0 0 0,0-1 0 0 0,3-1 0 0 0,0-1 0 0 0,2 1 0 0 0,3 1 0 0 0,-1-1 0 0 0,1 1 0 0 0,-1-2 0 0 0,0 1 0 0 0,-2-1 0 0 0,2 0 0 0 0,-2-1 0 0 0,-3-2 0 0 0,2 1 0 0 0,2 2 0 0 0,0 0 0 0 0,0 1 0 0 0,3 2 0 0 0,2 2 0 0 0,2 2 0 0 0,1 2 0 0 0,1 0 0 0 0,3 0 0 0 0,2 1 0 0 0,3-1 0 0 0,0 1 0 0 0,2-4 0 0 0,-1-1 0 0 0,-1 0 0 0 0,0 1 0 0 0,0 1 0 0 0,1 1 0 0 0,-1 0 0 0 0,2-2 0 0 0,-1-1 0 0 0,1-3 0 0 0,2 0 0 0 0,3-3 0 0 0,1 1 0 0 0,2-1 0 0 0,1 1 0 0 0,0-1 0 0 0,1 1 0 0 0,0 2 0 0 0,-1-1 0 0 0,1 1 0 0 0,-4 2 0 0 0,-1-2 0 0 0,-3 1 0 0 0,0-3 0 0 0,-3 1 0 0 0,-2-1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30T15:22:26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16722 12459 16383 0 0,'0'-3'0'0'0,"0"-4"0"0"0,3-2 0 0 0,1-2 0 0 0,4-2 0 0 0,3-3 0 0 0,0-1 0 0 0,1-2 0 0 0,-1 0 0 0 0,0-1 0 0 0,2 1 0 0 0,-1-1 0 0 0,4-3 0 0 0,-1-1 0 0 0,0 4 0 0 0,-2 2 0 0 0,0 0 0 0 0,1 1 0 0 0,1-1 0 0 0,1 0 0 0 0,-1 0 0 0 0,-1 2 0 0 0,-2 1 0 0 0,0 4 0 0 0,-3-1 0 0 0,2 3 0 0 0,-2-2 0 0 0,-3 3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30T15:22:26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16589 12852 16383 0 0,'0'-3'0'0'0,"7"-1"0"0"0,5-1 0 0 0,4 2 0 0 0,2 1 0 0 0,2 3 0 0 0,1 3 0 0 0,-4 3 0 0 0,-1 1 0 0 0,-3 2 0 0 0,-1-1 0 0 0,1 2 0 0 0,1 2 0 0 0,2-1 0 0 0,2 0 0 0 0,0 5 0 0 0,1 3 0 0 0,1 2 0 0 0,-1-1 0 0 0,1 0 0 0 0,-1 0 0 0 0,1-1 0 0 0,-1-3 0 0 0,4-2 0 0 0,0-3 0 0 0,1 0 0 0 0,-2-3 0 0 0,0-2 0 0 0,-1-3 0 0 0,-5-2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30T15:22:26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14821 18869 16383 0 0,'0'-3'0'0'0,"-4"-2"0"0"0,-3 1 0 0 0,-5 1 0 0 0,0 4 0 0 0,2 5 0 0 0,3 5 0 0 0,2 4 0 0 0,3 2 0 0 0,1 2 0 0 0,0 1 0 0 0,5 1 0 0 0,1 2 0 0 0,0 2 0 0 0,-2 2 0 0 0,3 3 0 0 0,0 4 0 0 0,-1 2 0 0 0,-1 1 0 0 0,-1 2 0 0 0,-2 0 0 0 0,-1-3 0 0 0,1-2 0 0 0,-2 1 0 0 0,4 1 0 0 0,2-3 0 0 0,-2 3 0 0 0,1-1 0 0 0,-2-1 0 0 0,-1-2 0 0 0,0 0 0 0 0,-1-2 0 0 0,0-4 0 0 0,0 1 0 0 0,0 0 0 0 0,-3-3 0 0 0,-2-1 0 0 0,1 1 0 0 0,0 1 0 0 0,2-2 0 0 0,1 0 0 0 0,0-2 0 0 0,0 0 0 0 0,1-2 0 0 0,1 1 0 0 0,-1-1 0 0 0,0 0 0 0 0,0 0 0 0 0,0 0 0 0 0,4 0 0 0 0,0 0 0 0 0,0 0 0 0 0,3-3 0 0 0,3-4 0 0 0,3-5 0 0 0,3-3 0 0 0,2-2 0 0 0,1-5 0 0 0,0-2 0 0 0,1 0 0 0 0,0 1 0 0 0,3 1 0 0 0,1-2 0 0 0,3-1 0 0 0,3 2 0 0 0,4 0 0 0 0,2 2 0 0 0,1-3 0 0 0,8 1 0 0 0,3-1 0 0 0,-1 2 0 0 0,-4 1 0 0 0,-4 1 0 0 0,-1 0 0 0 0,2-2 0 0 0,1-2 0 0 0,1 1 0 0 0,-2 1 0 0 0,1 1 0 0 0,1 1 0 0 0,2 0 0 0 0,-1 1 0 0 0,-1 0 0 0 0,2 0 0 0 0,0 0 0 0 0,-1 0 0 0 0,3 0 0 0 0,-1-3 0 0 0,2-1 0 0 0,6 0 0 0 0,1 1 0 0 0,-3 0 0 0 0,-2-2 0 0 0,-5 0 0 0 0,-2 1 0 0 0,-2 0 0 0 0,-1 2 0 0 0,-1 1 0 0 0,-3-3 0 0 0,-2 0 0 0 0,1-1 0 0 0,-2 2 0 0 0,-1 1 0 0 0,-1 1 0 0 0,-1 0 0 0 0,0 1 0 0 0,3 0 0 0 0,4 0 0 0 0,-1 0 0 0 0,-4 1 0 0 0,-4-1 0 0 0,1 0 0 0 0,-2 0 0 0 0,-1 0 0 0 0,-3 0 0 0 0,-1 0 0 0 0,-1 0 0 0 0,0 0 0 0 0,-1 0 0 0 0,-1 0 0 0 0,1 0 0 0 0,0 0 0 0 0,0 0 0 0 0,0 0 0 0 0,1 0 0 0 0,-1 0 0 0 0,0 0 0 0 0,0 0 0 0 0,0 0 0 0 0,1 0 0 0 0,-1 0 0 0 0,0 0 0 0 0,0 0 0 0 0,1 0 0 0 0,-1 0 0 0 0,0 0 0 0 0,0 0 0 0 0,1 0 0 0 0,-4-3 0 0 0,-1-2 0 0 0,0 1 0 0 0,-3-2 0 0 0,1-1 0 0 0,0-2 0 0 0,3 0 0 0 0,-3-1 0 0 0,0-2 0 0 0,2-3 0 0 0,-3-2 0 0 0,1 2 0 0 0,-3 1 0 0 0,2-1 0 0 0,-3-2 0 0 0,-2 0 0 0 0,1-1 0 0 0,2-4 0 0 0,0-2 0 0 0,-3-3 0 0 0,2 0 0 0 0,-1 1 0 0 0,1-1 0 0 0,-1 0 0 0 0,-1-2 0 0 0,1 2 0 0 0,-1 1 0 0 0,-2-2 0 0 0,2 2 0 0 0,3 1 0 0 0,0-1 0 0 0,-2 0 0 0 0,1 1 0 0 0,-1-1 0 0 0,-2 0 0 0 0,1 2 0 0 0,0-3 0 0 0,-2 1 0 0 0,2 2 0 0 0,0 1 0 0 0,-2 1 0 0 0,-1 2 0 0 0,2 0 0 0 0,-1 1 0 0 0,0-1 0 0 0,-2 2 0 0 0,-1-1 0 0 0,3 3 0 0 0,0 1 0 0 0,2 3 0 0 0,4 4 0 0 0,-4 3 0 0 0,-2-1 0 0 0,-7 1 0 0 0,-4 1 0 0 0,-6 1 0 0 0,-1-2 0 0 0,-1 0 0 0 0,-1 0 0 0 0,-2 2 0 0 0,-1 1 0 0 0,-4 1 0 0 0,-2 0 0 0 0,-3 1 0 0 0,0 0 0 0 0,-2 0 0 0 0,-3 1 0 0 0,-2-1 0 0 0,-3 0 0 0 0,0 0 0 0 0,-5 0 0 0 0,-1 0 0 0 0,-4 0 0 0 0,1 3 0 0 0,-3 2 0 0 0,-2-1 0 0 0,-3-1 0 0 0,-1 0 0 0 0,-2-2 0 0 0,-1 0 0 0 0,0 2 0 0 0,0 2 0 0 0,0-1 0 0 0,0-1 0 0 0,0-1 0 0 0,0-1 0 0 0,0 0 0 0 0,0-1 0 0 0,-3 0 0 0 0,-1 0 0 0 0,0 0 0 0 0,1 0 0 0 0,-2 0 0 0 0,-1 0 0 0 0,2-4 0 0 0,0 0 0 0 0,2-4 0 0 0,1 1 0 0 0,1 0 0 0 0,0-1 0 0 0,4-3 0 0 0,0 1 0 0 0,1 2 0 0 0,-1-1 0 0 0,2 1 0 0 0,4-2 0 0 0,-1 2 0 0 0,2-2 0 0 0,3 1 0 0 0,2 2 0 0 0,1-1 0 0 0,2 1 0 0 0,0 2 0 0 0,5-2 0 0 0,0 0 0 0 0,0 2 0 0 0,-1 1 0 0 0,-1 2 0 0 0,-1 0 0 0 0,3 2 0 0 0,0 0 0 0 0,7 0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30T15:22:26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15394 19500 16383 0 0,'0'3'0'0'0,"0"5"0"0"0,-3 10 0 0 0,-2 6 0 0 0,-2 2 0 0 0,-4-1 0 0 0,-3 0 0 0 0,1-2 0 0 0,-1-2 0 0 0,-1 0 0 0 0,-2-1 0 0 0,-10 9 0 0 0,-18 16 0 0 0,-4 4 0 0 0,7-3 0 0 0,9-10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30T15:22:26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15689 19581 16383 0 0,'4'0'0'0'0,"0"3"0"0"0,0 5 0 0 0,0 3 0 0 0,-2 5 0 0 0,-1 1 0 0 0,0 2 0 0 0,0 1 0 0 0,-1 0 0 0 0,-1 0 0 0 0,1 0 0 0 0,0 0 0 0 0,0-1 0 0 0,0 1 0 0 0,0-1 0 0 0,-4 0 0 0 0,0 1 0 0 0,0-1 0 0 0,1 0 0 0 0,0 0 0 0 0,2 0 0 0 0,0 1 0 0 0,1-1 0 0 0,0-6 0 0 0,0-9 0 0 0,0-9 0 0 0,3-9 0 0 0,2-6 0 0 0,-1-3 0 0 0,0-4 0 0 0,-2-1 0 0 0,-1-1 0 0 0,4 0 0 0 0,-1-2 0 0 0,0 2 0 0 0,3-1 0 0 0,-1 1 0 0 0,3 3 0 0 0,3 2 0 0 0,-1 2 0 0 0,1 1 0 0 0,2 2 0 0 0,-2 0 0 0 0,1 0 0 0 0,1 3 0 0 0,-1 2 0 0 0,-1 2 0 0 0,2 1 0 0 0,2 2 0 0 0,-3-1 0 0 0,1 1 0 0 0,1 2 0 0 0,1 3 0 0 0,1 2 0 0 0,1 0 0 0 0,0 2 0 0 0,-2 4 0 0 0,-1 0 0 0 0,-3 4 0 0 0,0 0 0 0 0,-2 2 0 0 0,0 3 0 0 0,-1 2 0 0 0,1-1 0 0 0,-2 0 0 0 0,-1 1 0 0 0,-3 1 0 0 0,-1 1 0 0 0,-2 2 0 0 0,-4-1 0 0 0,-4-2 0 0 0,-5-4 0 0 0,-4-1 0 0 0,-5-2 0 0 0,-3-3 0 0 0,0-2 0 0 0,1-2 0 0 0,0-2 0 0 0,-2 0 0 0 0,0 0 0 0 0,1-1 0 0 0,-2 4 0 0 0,1 1 0 0 0,0 0 0 0 0,2-1 0 0 0,1-1 0 0 0,5 0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30T15:22:26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16404 19738 16383 0 0,'3'3'0'0'0,"5"5"0"0"0,4 4 0 0 0,0 3 0 0 0,-2 2 0 0 0,0 2 0 0 0,-1 1 0 0 0,-2 0 0 0 0,-3-3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30T15:22:26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16616 19315 16383 0 0,'3'0'0'0'0,"1"0"0"0"0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30T15:22:26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16913 19662 16383 0 0,'0'-4'0'0'0,"-3"-7"0"0"0,-2-5 0 0 0,-2-3 0 0 0,-11 8 0 0 0,-1 9 0 0 0,-2 12 0 0 0,0 14 0 0 0,4 5 0 0 0,4 6 0 0 0,11 6 0 0 0,10-1 0 0 0,9-7 0 0 0,9-6 0 0 0,3-8 0 0 0,-4-6 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30T15:22:26.497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16126 13441 16383 0 0,'-3'0'0'0'0,"-5"3"0"0"0,-4 5 0 0 0,4 3 0 0 0,2 5 0 0 0,6 1 0 0 0,3 2 0 0 0,1 1 0 0 0,0 0 0 0 0,-1 0 0 0 0,-1 0 0 0 0,-1 0 0 0 0,0-1 0 0 0,-1 1 0 0 0,0 2 0 0 0,3 2 0 0 0,2-1 0 0 0,-1 3 0 0 0,-1 0 0 0 0,-1 2 0 0 0,0 0 0 0 0,-2 1 0 0 0,4 0 0 0 0,0-3 0 0 0,0 1 0 0 0,-1 0 0 0 0,3 1 0 0 0,0 3 0 0 0,-2-1 0 0 0,3 8 0 0 0,0 3 0 0 0,-2 2 0 0 0,-1 0 0 0 0,-1 0 0 0 0,2-2 0 0 0,-1-1 0 0 0,1-1 0 0 0,1 0 0 0 0,0-3 0 0 0,0-2 0 0 0,1 0 0 0 0,0 1 0 0 0,-2 1 0 0 0,3 0 0 0 0,-2 2 0 0 0,0 0 0 0 0,1 1 0 0 0,0-1 0 0 0,-2-2 0 0 0,2-2 0 0 0,0 7 0 0 0,2 3 0 0 0,-1 1 0 0 0,-2-2 0 0 0,-1 0 0 0 0,-2 1 0 0 0,2 1 0 0 0,0 1 0 0 0,-1 1 0 0 0,-1 1 0 0 0,-1-1 0 0 0,-1-1 0 0 0,-1 0 0 0 0,0 0 0 0 0,4-2 0 0 0,0-1 0 0 0,0 1 0 0 0,-1 0 0 0 0,-1-1 0 0 0,-1-1 0 0 0,3-2 0 0 0,1 0 0 0 0,-1-1 0 0 0,-1-1 0 0 0,3-3 0 0 0,0-1 0 0 0,-2 0 0 0 0,3 1 0 0 0,0 1 0 0 0,-2-2 0 0 0,3-1 0 0 0,-2 1 0 0 0,0 1 0 0 0,-2 1 0 0 0,2 2 0 0 0,-1 6 0 0 0,0 0 0 0 0,1 8 0 0 0,4-1 0 0 0,0-3 0 0 0,1-6 0 0 0,-1-7 0 0 0,-2-6 0 0 0,1-5 0 0 0,-2-3 0 0 0,2 8 0 0 0,0 2 0 0 0,-3 9 0 0 0,-2 1 0 0 0,2-3 0 0 0,0 1 0 0 0,-1-2 0 0 0,1-1 0 0 0,1-3 0 0 0,-2-4 0 0 0,-1-4 0 0 0,-2-3 0 0 0,-1-5 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30T15:22:26.498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16245 18177 16383 0 0,'4'3'0'0'0,"3"5"0"0"0,12 13 0 0 0,18 17 0 0 0,25 22 0 0 0,7 0 0 0 0,10-4 0 0 0,2-10 0 0 0,-7-11 0 0 0,-8-14 0 0 0,-14-11 0 0 0,-14-10 0 0 0,-14-9 0 0 0,-9-2 0 0 0,-5-6 0 0 0,-6-4 0 0 0,-3-1 0 0 0,-1 0 0 0 0,-2 0 0 0 0,1 4 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30T15:22:26.499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17277 18891 16383 0 0,'4'0'0'0'0,"3"0"0"0"0,8 0 0 0 0,8 0 0 0 0,6 4 0 0 0,5 0 0 0 0,7 0 0 0 0,6-1 0 0 0,4 0 0 0 0,8 1 0 0 0,2 2 0 0 0,2-2 0 0 0,-1-1 0 0 0,3 0 0 0 0,-1-2 0 0 0,0 3 0 0 0,-2 0 0 0 0,-2 0 0 0 0,-1 3 0 0 0,0-1 0 0 0,-2 0 0 0 0,1 1 0 0 0,-4 0 0 0 0,-1 2 0 0 0,1-1 0 0 0,0 2 0 0 0,-2-1 0 0 0,0 1 0 0 0,0 0 0 0 0,-1 0 0 0 0,0-1 0 0 0,1 1 0 0 0,2 0 0 0 0,8 0 0 0 0,3 2 0 0 0,-3-1 0 0 0,-2-2 0 0 0,-5 1 0 0 0,-4-2 0 0 0,-6 1 0 0 0,-6-1 0 0 0,-4 2 0 0 0,-1-1 0 0 0,-3 1 0 0 0,0-1 0 0 0,-3 1 0 0 0,2-1 0 0 0,-2-2 0 0 0,-3 1 0 0 0,-1-1 0 0 0,-2-1 0 0 0,-2 1 0 0 0,-1-1 0 0 0,1 0 0 0 0,-5-3 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30T15:22:26.500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20426 19076 16383 0 0,'3'0'0'0'0,"21"0"0"0"0,13 0 0 0 0,13 0 0 0 0,21 4 0 0 0,28 7 0 0 0,3 5 0 0 0,5 6 0 0 0,-3 10 0 0 0,-20 2 0 0 0,-23-1 0 0 0,-26 4 0 0 0,-26 1 0 0 0,-16-1 0 0 0,-15-8 0 0 0,-10-6 0 0 0,-6-2 0 0 0,-6-3 0 0 0,-5-4 0 0 0,-5 0 0 0 0,-3-1 0 0 0,-1 2 0 0 0,-1 1 0 0 0,10-2 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30T15:22:26.501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16928 18762 16383 0 0,'-4'-4'0'0'0,"0"-3"0"0"0,0-5 0 0 0,1-3 0 0 0,3-3 0 0 0,7-1 0 0 0,4 3 0 0 0,3 3 0 0 0,7 5 0 0 0,3 0 0 0 0,0 1 0 0 0,6 3 0 0 0,4 1 0 0 0,4 4 0 0 0,1 3 0 0 0,1 0 0 0 0,0 0 0 0 0,3-2 0 0 0,4 4 0 0 0,4-1 0 0 0,3 0 0 0 0,5-2 0 0 0,3 3 0 0 0,4-1 0 0 0,0 0 0 0 0,2 2 0 0 0,3 0 0 0 0,2-2 0 0 0,2-1 0 0 0,-2-2 0 0 0,3 3 0 0 0,1 0 0 0 0,1-1 0 0 0,1 2 0 0 0,-1 1 0 0 0,0-2 0 0 0,0 2 0 0 0,-1 0 0 0 0,3 2 0 0 0,2-1 0 0 0,-1 2 0 0 0,-1-1 0 0 0,-1 2 0 0 0,3-2 0 0 0,0 1 0 0 0,0-1 0 0 0,-2 2 0 0 0,-1-2 0 0 0,3 1 0 0 0,0-1 0 0 0,12 1 0 0 0,7 2 0 0 0,-1 0 0 0 0,-4 0 0 0 0,-6-2 0 0 0,-4 1 0 0 0,-5 2 0 0 0,-2-1 0 0 0,-2 0 0 0 0,-1-2 0 0 0,0 1 0 0 0,0-1 0 0 0,0 0 0 0 0,1-1 0 0 0,-1 1 0 0 0,1 3 0 0 0,-3-2 0 0 0,-2-2 0 0 0,1 0 0 0 0,-3 2 0 0 0,1 0 0 0 0,0 0 0 0 0,-1-1 0 0 0,0-2 0 0 0,1 0 0 0 0,-1 3 0 0 0,0-2 0 0 0,1 3 0 0 0,-1-2 0 0 0,0 0 0 0 0,2 0 0 0 0,-2 0 0 0 0,0-1 0 0 0,-2-2 0 0 0,-2 1 0 0 0,-3-1 0 0 0,-3 2 0 0 0,-1-1 0 0 0,-1-1 0 0 0,6 0 0 0 0,-1 4 0 0 0,-5-1 0 0 0,-3-2 0 0 0,-3 0 0 0 0,-5 0 0 0 0,-4 2 0 0 0,-2-2 0 0 0,-2-1 0 0 0,0 0 0 0 0,-2 1 0 0 0,1-3 0 0 0,0 2 0 0 0,0 0 0 0 0,0-2 0 0 0,-3-1 0 0 0,-1-2 0 0 0,-3 3 0 0 0,-4-1 0 0 0,-6 1 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30T15:22:26.502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25294 19526 16383 0 0,'3'4'0'0'0,"8"0"0"0"0,15 7 0 0 0,13 1 0 0 0,6 2 0 0 0,3 1 0 0 0,-1-1 0 0 0,1-3 0 0 0,-4 0 0 0 0,-3-3 0 0 0,-1 2 0 0 0,-2-2 0 0 0,-4-1 0 0 0,-4 0 0 0 0,-4 0 0 0 0,-3 2 0 0 0,-3-1 0 0 0,-1 1 0 0 0,-3 3 0 0 0,-6 3 0 0 0,-6-2 0 0 0,-8 1 0 0 0,-10-3 0 0 0,-6-2 0 0 0,-5 0 0 0 0,-6-2 0 0 0,-4 2 0 0 0,-2-1 0 0 0,-5 1 0 0 0,-2 0 0 0 0,-3-2 0 0 0,-4 1 0 0 0,8-1 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30T15:22:26.503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17515 18778 16383 0 0,'0'-3'0'0'0,"7"-2"0"0"0,18 1 0 0 0,12 1 0 0 0,12 0 0 0 0,14 2 0 0 0,7 0 0 0 0,24 1 0 0 0,9 0 0 0 0,26 0 0 0 0,20 0 0 0 0,19 4 0 0 0,12 0 0 0 0,45 4 0 0 0,1-1 0 0 0,-23 0 0 0 0,-25-2 0 0 0,-27 1 0 0 0,-20 0 0 0 0,-12-1 0 0 0,-10 2 0 0 0,-4 0 0 0 0,0-2 0 0 0,-2 2 0 0 0,22 0 0 0 0,27 1 0 0 0,6 4 0 0 0,30 2 0 0 0,21-1 0 0 0,9 1 0 0 0,-15 1 0 0 0,-23-2 0 0 0,-25 0 0 0 0,-23-2 0 0 0,-18 0 0 0 0,-11-2 0 0 0,-4 2 0 0 0,-3-3 0 0 0,0 2 0 0 0,-1-1 0 0 0,16 1 0 0 0,6-1 0 0 0,2 1 0 0 0,14 3 0 0 0,1-2 0 0 0,-3-2 0 0 0,-8 0 0 0 0,-7-1 0 0 0,-9-2 0 0 0,-8 2 0 0 0,-5-2 0 0 0,-2-1 0 0 0,0 2 0 0 0,0 0 0 0 0,-2 1 0 0 0,0 0 0 0 0,1-1 0 0 0,-2 1 0 0 0,0-1 0 0 0,-1 2 0 0 0,0-1 0 0 0,-2-1 0 0 0,1 0 0 0 0,-1 1 0 0 0,11 4 0 0 0,5 0 0 0 0,-1 2 0 0 0,-6-2 0 0 0,-5 1 0 0 0,-4 1 0 0 0,-5-2 0 0 0,-3 1 0 0 0,-4-3 0 0 0,-2 1 0 0 0,-4-1 0 0 0,-3 0 0 0 0,-3-1 0 0 0,-2-2 0 0 0,-5 0 0 0 0,-2 0 0 0 0,0-1 0 0 0,-2 1 0 0 0,-1-1 0 0 0,-2 3 0 0 0,-2-1 0 0 0,-3-2 0 0 0,-2-1 0 0 0,-1-2 0 0 0,-5 1 0 0 0,-1 1 0 0 0,-4 0 0 0 0,-3-2 0 0 0,-3-1 0 0 0,-6-1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30T15:22:26.504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29131 19129 16383 0 0,'3'0'0'0'0,"5"4"0"0"0,3 0 0 0 0,8 3 0 0 0,3 4 0 0 0,33 13 0 0 0,45 16 0 0 0,37 13 0 0 0,2 2 0 0 0,-7 1 0 0 0,-21-6 0 0 0,-31-7 0 0 0,-28-9 0 0 0,-27-3 0 0 0,-20-7 0 0 0,-15-4 0 0 0,-19-3 0 0 0,-23 0 0 0 0,-17-4 0 0 0,-3-3 0 0 0,-5-1 0 0 0,3-1 0 0 0,8-3 0 0 0,6-2 0 0 0,6 3 0 0 0,12-1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30T15:22:26.505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30030 5054 16383 0 0,'0'0'0'0'0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30T15:22:26.50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25215 1085 16383 0 0,'0'0'0'0'0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2514 2778 16383 0 0,'0'0'0'0'0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906272-2BBF-8201-9749-AAF38CD965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F15908B-1952-82D5-CEBF-6AE3004241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5E74239-9403-62AF-1C1B-49FAC1E29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CCF00-03C7-4723-8774-E0B3DC9DD557}" type="datetimeFigureOut">
              <a:rPr lang="de-DE" smtClean="0"/>
              <a:t>30.10.2025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D6C7E7-8B93-325D-A8DD-03EE541A6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638A9A1-C8C1-3226-924D-C144B756C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CE4F-68A2-472A-B211-4CCD5981D7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401344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E8C356-6AC5-903B-9689-AB50AFAB6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35E771-E9FF-8807-95FA-ED56943B0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C737F8-0FC5-EE26-F697-4772695E9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CCF00-03C7-4723-8774-E0B3DC9DD557}" type="datetimeFigureOut">
              <a:rPr lang="de-DE" smtClean="0"/>
              <a:t>30.10.2025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8A02E9-8611-4811-3F25-AA68E475F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F45D8B-5D16-D399-E22E-9A0D2B62B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CE4F-68A2-472A-B211-4CCD5981D7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340516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09C1AD-4BA7-1F02-0D85-3941DF38C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51AAC3E-3130-C309-8CF8-666A564F7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41DC6D-DCD2-E9B7-8F33-14DEDA1EA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CCF00-03C7-4723-8774-E0B3DC9DD557}" type="datetimeFigureOut">
              <a:rPr lang="de-DE" smtClean="0"/>
              <a:t>30.10.2025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314D04-16BE-42C6-5623-4300C39D5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3E0A91-0713-5516-EB38-C8F673C19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CE4F-68A2-472A-B211-4CCD5981D7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889880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696C6F-28A0-9A59-DC39-E9B4A248D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690893-E377-B1F7-CF6B-A6CA2410A3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D68EBBE-09BC-E432-BB93-AB218BA77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224F600-7ADB-1B55-1A5A-494DBA462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CCF00-03C7-4723-8774-E0B3DC9DD557}" type="datetimeFigureOut">
              <a:rPr lang="de-DE" smtClean="0"/>
              <a:t>30.10.2025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14637B2-6FA0-EC4E-DAE3-0AFF0D496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E115E22-DD82-2277-67F1-ADE385D8C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CE4F-68A2-472A-B211-4CCD5981D7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099812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0EAEDB-E375-20FF-464D-B957822B8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CDF5E5E-3210-7CCB-B6BC-16035361F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5A3BD09-1E85-7408-EBA0-C78368182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10806A2-CADC-F8C6-0664-1964FE07ED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AD1C35E-D679-0363-EC59-AD0F9EE291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D676AEA-2699-AF01-0636-DB7DDC518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CCF00-03C7-4723-8774-E0B3DC9DD557}" type="datetimeFigureOut">
              <a:rPr lang="de-DE" smtClean="0"/>
              <a:t>30.10.2025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2F899AF-6322-34E0-589A-AFFAD6E61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D435FCB-E469-2E76-E4B1-7431AC5D2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CE4F-68A2-472A-B211-4CCD5981D7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255441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F2E112-7DA0-1080-9785-5EDA9FC19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935071E-5A64-D332-3C9D-AF2FB2C3E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CCF00-03C7-4723-8774-E0B3DC9DD557}" type="datetimeFigureOut">
              <a:rPr lang="de-DE" smtClean="0"/>
              <a:t>30.10.2025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4DE8717-69D5-41D7-B044-AB8AC339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FFF8499-A6C2-40BE-F656-3CB8F51C1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CE4F-68A2-472A-B211-4CCD5981D7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365468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28C1A28-887D-DEDF-8F33-3BAF1D2F7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CCF00-03C7-4723-8774-E0B3DC9DD557}" type="datetimeFigureOut">
              <a:rPr lang="de-DE" smtClean="0"/>
              <a:t>30.10.2025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1BA9506-C356-CFE2-914A-2F9D50A90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4A79738-8850-1FC6-16BD-55AF5E3F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CE4F-68A2-472A-B211-4CCD5981D7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431469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651AD7-5F4E-F412-5049-5898F884F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3845CCC-31AB-4990-10D1-EF43B0027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7235244-8441-D5D6-B156-7BEC07D3E2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B96CC30-52CB-8111-D06A-DEC832EF5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CCF00-03C7-4723-8774-E0B3DC9DD557}" type="datetimeFigureOut">
              <a:rPr lang="de-DE" smtClean="0"/>
              <a:t>30.10.2025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F7033BB-FD1C-8CF8-45D7-F9E9D8F0F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67B6360-9D3F-B052-6321-AD31AE91C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CE4F-68A2-472A-B211-4CCD5981D7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183635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9B1279-420B-4B8C-4ED8-0C4E400A5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4DD939A-2A17-EA13-6A0F-1AC46C8F57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38E7B89-A2FF-EA58-DD17-27A21ADEBC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AA9BFD5-6393-7BAD-F32C-A133149F8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CCF00-03C7-4723-8774-E0B3DC9DD557}" type="datetimeFigureOut">
              <a:rPr lang="de-DE" smtClean="0"/>
              <a:t>30.10.2025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4B31F25-8B5A-4A50-8285-52EA914B9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D34FF44-DD56-089C-63D1-5944F27FC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CE4F-68A2-472A-B211-4CCD5981D7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551352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76026A-ADE1-6706-8A92-75498B3F8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9AE8CE1-B793-FEA8-BA3F-BD99B0198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777673D-1AA8-ADBC-811C-7F07A1714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CCF00-03C7-4723-8774-E0B3DC9DD557}" type="datetimeFigureOut">
              <a:rPr lang="de-DE" smtClean="0"/>
              <a:t>30.10.2025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EA4350-D8B8-E5A1-4B41-1F2051D7D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090045-9CB4-F346-45B9-B42E1B56E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CE4F-68A2-472A-B211-4CCD5981D7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783126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07AEB8C-4B77-5042-0F32-D814380F15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2120BEE-E774-6275-CFB1-D73C4990BA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F2758D0-0CBC-6E2A-7645-C1C7FCCD4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CCF00-03C7-4723-8774-E0B3DC9DD557}" type="datetimeFigureOut">
              <a:rPr lang="de-DE" smtClean="0"/>
              <a:t>30.10.2025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CB82DEE-4F5B-87B7-D554-9B5125BB7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0E06194-0F62-F616-7DF0-2D073EE57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CE4F-68A2-472A-B211-4CCD5981D7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220773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77CE32E-AD7A-76D0-AE78-2FD623BFF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1BF2A1A-EF7D-A31E-0572-FE075CD4F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258B5A-56FB-38F5-9E5A-5006D62B3B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0CCF00-03C7-4723-8774-E0B3DC9DD557}" type="datetimeFigureOut">
              <a:rPr lang="de-DE" smtClean="0"/>
              <a:t>30.10.2025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DA6D61-75AB-6648-2BD5-665B54227E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6E00BD-FF74-9A58-8D66-3D6E2BA53B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FCE4F-68A2-472A-B211-4CCD5981D7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8875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0_76470B33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06_7E6F344F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8/10/relationships/comments" Target="../comments/modernComment_107_E72F2B3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24.png"/><Relationship Id="rId21" Type="http://schemas.openxmlformats.org/officeDocument/2006/relationships/image" Target="../media/image15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image" Target="../media/image28.png"/><Relationship Id="rId50" Type="http://schemas.openxmlformats.org/officeDocument/2006/relationships/image" Target="../media/image29.png"/><Relationship Id="rId7" Type="http://schemas.openxmlformats.org/officeDocument/2006/relationships/image" Target="../media/image8.png"/><Relationship Id="rId2" Type="http://schemas.microsoft.com/office/2018/10/relationships/comments" Target="../comments/modernComment_10B_D5992955.xml"/><Relationship Id="rId16" Type="http://schemas.openxmlformats.org/officeDocument/2006/relationships/customXml" Target="../ink/ink7.xml"/><Relationship Id="rId29" Type="http://schemas.openxmlformats.org/officeDocument/2006/relationships/image" Target="../media/image19.png"/><Relationship Id="rId11" Type="http://schemas.openxmlformats.org/officeDocument/2006/relationships/image" Target="../media/image10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23.png"/><Relationship Id="rId40" Type="http://schemas.openxmlformats.org/officeDocument/2006/relationships/customXml" Target="../ink/ink19.xml"/><Relationship Id="rId45" Type="http://schemas.openxmlformats.org/officeDocument/2006/relationships/image" Target="../media/image27.png"/><Relationship Id="rId5" Type="http://schemas.openxmlformats.org/officeDocument/2006/relationships/image" Target="../media/image7.png"/><Relationship Id="rId15" Type="http://schemas.openxmlformats.org/officeDocument/2006/relationships/image" Target="../media/image12.png"/><Relationship Id="rId23" Type="http://schemas.openxmlformats.org/officeDocument/2006/relationships/image" Target="../media/image16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customXml" Target="../ink/ink24.xml"/><Relationship Id="rId10" Type="http://schemas.openxmlformats.org/officeDocument/2006/relationships/customXml" Target="../ink/ink4.xml"/><Relationship Id="rId19" Type="http://schemas.openxmlformats.org/officeDocument/2006/relationships/image" Target="../media/image14.png"/><Relationship Id="rId31" Type="http://schemas.openxmlformats.org/officeDocument/2006/relationships/image" Target="../media/image20.png"/><Relationship Id="rId44" Type="http://schemas.openxmlformats.org/officeDocument/2006/relationships/customXml" Target="../ink/ink21.xml"/><Relationship Id="rId4" Type="http://schemas.openxmlformats.org/officeDocument/2006/relationships/customXml" Target="../ink/ink1.xml"/><Relationship Id="rId9" Type="http://schemas.openxmlformats.org/officeDocument/2006/relationships/image" Target="../media/image9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8.png"/><Relationship Id="rId30" Type="http://schemas.openxmlformats.org/officeDocument/2006/relationships/customXml" Target="../ink/ink14.xml"/><Relationship Id="rId35" Type="http://schemas.openxmlformats.org/officeDocument/2006/relationships/image" Target="../media/image22.png"/><Relationship Id="rId43" Type="http://schemas.openxmlformats.org/officeDocument/2006/relationships/image" Target="../media/image26.png"/><Relationship Id="rId48" Type="http://schemas.openxmlformats.org/officeDocument/2006/relationships/customXml" Target="../ink/ink23.xml"/><Relationship Id="rId8" Type="http://schemas.openxmlformats.org/officeDocument/2006/relationships/customXml" Target="../ink/ink3.xml"/><Relationship Id="rId3" Type="http://schemas.openxmlformats.org/officeDocument/2006/relationships/image" Target="../media/image6.png"/><Relationship Id="rId12" Type="http://schemas.openxmlformats.org/officeDocument/2006/relationships/customXml" Target="../ink/ink5.xml"/><Relationship Id="rId17" Type="http://schemas.openxmlformats.org/officeDocument/2006/relationships/image" Target="../media/image13.png"/><Relationship Id="rId25" Type="http://schemas.openxmlformats.org/officeDocument/2006/relationships/image" Target="../media/image17.png"/><Relationship Id="rId33" Type="http://schemas.openxmlformats.org/officeDocument/2006/relationships/image" Target="../media/image21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20" Type="http://schemas.openxmlformats.org/officeDocument/2006/relationships/customXml" Target="../ink/ink9.xml"/><Relationship Id="rId41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64D0E3C-DACA-89BC-7F29-A9854DE0C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36543" y="2023110"/>
            <a:ext cx="2853372" cy="2846070"/>
          </a:xfrm>
        </p:spPr>
        <p:txBody>
          <a:bodyPr anchor="ctr">
            <a:normAutofit/>
          </a:bodyPr>
          <a:lstStyle/>
          <a:p>
            <a:pPr algn="l"/>
            <a:r>
              <a:rPr lang="de-DE" sz="3500"/>
              <a:t>Kick-Off Präsentation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A073A49-DE75-B1FE-6B04-C35118BFCC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36544" y="5086350"/>
            <a:ext cx="2853371" cy="1178298"/>
          </a:xfrm>
        </p:spPr>
        <p:txBody>
          <a:bodyPr>
            <a:normAutofit/>
          </a:bodyPr>
          <a:lstStyle/>
          <a:p>
            <a:pPr algn="l"/>
            <a:r>
              <a:rPr lang="de-DE" sz="1600"/>
              <a:t>Gruppe: M.U.R.I</a:t>
            </a:r>
          </a:p>
          <a:p>
            <a:pPr algn="l"/>
            <a:r>
              <a:rPr lang="de-DE" sz="900"/>
              <a:t>(</a:t>
            </a:r>
            <a:r>
              <a:rPr lang="de-DE" sz="900" b="1"/>
              <a:t>M</a:t>
            </a:r>
            <a:r>
              <a:rPr lang="de-DE" sz="900"/>
              <a:t>echanische </a:t>
            </a:r>
            <a:r>
              <a:rPr lang="de-DE" sz="900" b="1"/>
              <a:t>U</a:t>
            </a:r>
            <a:r>
              <a:rPr lang="de-DE" sz="900"/>
              <a:t>ntergrund </a:t>
            </a:r>
            <a:r>
              <a:rPr lang="de-DE" sz="900" b="1"/>
              <a:t>R</a:t>
            </a:r>
            <a:r>
              <a:rPr lang="de-DE" sz="900"/>
              <a:t>atte für </a:t>
            </a:r>
            <a:r>
              <a:rPr lang="de-DE" sz="900" b="1"/>
              <a:t>I</a:t>
            </a:r>
            <a:r>
              <a:rPr lang="de-DE" sz="900"/>
              <a:t>nspektionen)</a:t>
            </a:r>
          </a:p>
          <a:p>
            <a:pPr algn="l"/>
            <a:endParaRPr lang="de-DE" sz="16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rgbClr val="8C06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 descr="Ein Bild, das Platin, Symbol, Modeaccessoire, Zubehör enthält.&#10;&#10;KI-generierte Inhalte können fehlerhaft sein.">
            <a:extLst>
              <a:ext uri="{FF2B5EF4-FFF2-40B4-BE49-F238E27FC236}">
                <a16:creationId xmlns:a16="http://schemas.microsoft.com/office/drawing/2014/main" id="{090469F3-6594-D413-7FEF-C4E46873B2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0" y="858525"/>
            <a:ext cx="7526219" cy="5211906"/>
          </a:xfrm>
          <a:prstGeom prst="rect">
            <a:avLst/>
          </a:prstGeom>
        </p:spPr>
      </p:pic>
      <p:sp>
        <p:nvSpPr>
          <p:cNvPr id="8" name="Rectangle 15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rgbClr val="8C06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36741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1E077C-28CA-4970-871A-7B71C9382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solidFill>
                  <a:srgbClr val="8C063B"/>
                </a:solidFill>
              </a:rPr>
              <a:t>Inhalt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62B6868-7AE1-743D-ED7E-659BD1A22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de-DE"/>
              <a:t>Projekt Zusammenfassung</a:t>
            </a:r>
            <a:endParaRPr lang="en-US"/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de-DE"/>
              <a:t>Projektmanagement</a:t>
            </a:r>
            <a:endParaRPr lang="en-US"/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de-DE"/>
              <a:t>Technische Realisierung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A0BB0CA-B876-13D4-A7B3-AE20ACC4F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CE4F-68A2-472A-B211-4CCD5981D7B6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807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0D234A-0040-272A-7BB3-302BB1FFA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solidFill>
                  <a:srgbClr val="8C063B"/>
                </a:solidFill>
              </a:rPr>
              <a:t>Projekt Team &amp; Zusammenfassung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7ED86F0-D0C1-7AA8-FB91-22AB5B706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 b="1">
                <a:solidFill>
                  <a:srgbClr val="8C063B"/>
                </a:solidFill>
              </a:rPr>
              <a:t>Projekt Team:</a:t>
            </a:r>
            <a:endParaRPr lang="de-DE" b="1" err="1">
              <a:solidFill>
                <a:srgbClr val="8C063B"/>
              </a:solidFill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de-DE"/>
              <a:t>Braun Linus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de-DE"/>
              <a:t>Keppler Benjamin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de-DE"/>
              <a:t>Moser Louis</a:t>
            </a:r>
          </a:p>
          <a:p>
            <a:pPr marL="0" indent="0">
              <a:buNone/>
            </a:pPr>
            <a:r>
              <a:rPr lang="de-DE" b="1">
                <a:solidFill>
                  <a:srgbClr val="8C063B"/>
                </a:solidFill>
              </a:rPr>
              <a:t>Zusammenfassung: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de-DE"/>
              <a:t>Kanalroboter soll autonom einen Kanal entlang fahren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de-DE"/>
              <a:t>Er soll an einer Wendestelle wenden</a:t>
            </a:r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1177AFC-F5F0-B1BF-7402-E86C0FFFE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CE4F-68A2-472A-B211-4CCD5981D7B6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7394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040E8-6F84-D6F8-535D-7C7154F3E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FC7741-E6CA-6A3E-8FF5-4119102E3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b="1">
                <a:solidFill>
                  <a:srgbClr val="8C063B"/>
                </a:solidFill>
              </a:rPr>
              <a:t>Projektmanagement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C05BFC-8FD8-52E4-E8A4-91FD03C2C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Meilensteine</a:t>
            </a:r>
          </a:p>
          <a:p>
            <a:r>
              <a:rPr lang="de-DE"/>
              <a:t>Iterationen</a:t>
            </a:r>
          </a:p>
          <a:p>
            <a:r>
              <a:rPr lang="de-DE"/>
              <a:t>Projektplan der ersten Meilensteine</a:t>
            </a:r>
          </a:p>
          <a:p>
            <a:r>
              <a:rPr lang="de-DE"/>
              <a:t>Risikomanagement</a:t>
            </a:r>
          </a:p>
          <a:p>
            <a:r>
              <a:rPr lang="de-DE"/>
              <a:t>Arbeitsverteilung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11ED149-9DE5-F069-8643-04D38F44F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CE4F-68A2-472A-B211-4CCD5981D7B6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9994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Text, Screenshot, Software, Multimedia-Software enthält.&#10;&#10;KI-generierte Inhalte können fehlerhaft sein.">
            <a:extLst>
              <a:ext uri="{FF2B5EF4-FFF2-40B4-BE49-F238E27FC236}">
                <a16:creationId xmlns:a16="http://schemas.microsoft.com/office/drawing/2014/main" id="{DBBA42F0-D625-4275-027D-0CE3AFF31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61" y="1684244"/>
            <a:ext cx="10508728" cy="398506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E745BD9-8425-A4FF-2ED5-2632FB0A0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solidFill>
                  <a:srgbClr val="8C063B"/>
                </a:solidFill>
              </a:rPr>
              <a:t>Projektmanagement/Meilensteine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8429445-A076-ABA2-A9B6-ABFA28720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CE4F-68A2-472A-B211-4CCD5981D7B6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121710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24FA90-1524-2A82-44FA-9D78CAA17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solidFill>
                  <a:srgbClr val="8C063B"/>
                </a:solidFill>
              </a:rPr>
              <a:t>Projektmanagement/Iterationen</a:t>
            </a:r>
            <a:endParaRPr lang="de-DE"/>
          </a:p>
        </p:txBody>
      </p:sp>
      <p:pic>
        <p:nvPicPr>
          <p:cNvPr id="4" name="Inhaltsplatzhalter 3" descr="Ein Bild, das Text, Screenshot, Software, Betriebssystem enthält.&#10;&#10;KI-generierte Inhalte können fehlerhaft sein.">
            <a:extLst>
              <a:ext uri="{FF2B5EF4-FFF2-40B4-BE49-F238E27FC236}">
                <a16:creationId xmlns:a16="http://schemas.microsoft.com/office/drawing/2014/main" id="{2D9B3C5B-F39A-C1A1-7028-781EC50370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9100" y="1825625"/>
            <a:ext cx="9593800" cy="4351338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7C76EF7-2B9E-C9E6-4CF1-962657BCC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CE4F-68A2-472A-B211-4CCD5981D7B6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0450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CA520E-E191-9A60-C956-DCE817E6C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b="1">
                <a:solidFill>
                  <a:srgbClr val="8C063B"/>
                </a:solidFill>
              </a:rPr>
              <a:t>Projektmanagement/Projektplan</a:t>
            </a:r>
          </a:p>
        </p:txBody>
      </p:sp>
      <p:pic>
        <p:nvPicPr>
          <p:cNvPr id="4" name="Inhaltsplatzhalter 3" descr="Ein Bild, das Text, Screenshot, Multimedia-Software, Software enthält.&#10;&#10;KI-generierte Inhalte können fehlerhaft sein.">
            <a:extLst>
              <a:ext uri="{FF2B5EF4-FFF2-40B4-BE49-F238E27FC236}">
                <a16:creationId xmlns:a16="http://schemas.microsoft.com/office/drawing/2014/main" id="{3CDFF333-16F1-643A-E7AD-84E9C6F1E0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09682"/>
            <a:ext cx="10515600" cy="2435103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1C86876-A35F-2095-D19D-43C3B2D84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CE4F-68A2-472A-B211-4CCD5981D7B6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5592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48BA0-BB53-2368-7793-D8CC68D58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6CF5C6-BECC-BBA6-8057-AF73DFE02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solidFill>
                  <a:srgbClr val="8C063B"/>
                </a:solidFill>
              </a:rPr>
              <a:t>Projektmanagement/Risikomanagement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4AE117F-D912-FD76-7BBA-CA709A8C9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Ausfall eines Teammitglieds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e-DE"/>
              <a:t>Puffer planen (Minimierung)</a:t>
            </a:r>
          </a:p>
          <a:p>
            <a:r>
              <a:rPr lang="de-DE"/>
              <a:t>Falsche Einschätzung der benötigten Entwicklungszeit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e-DE"/>
              <a:t>Persönliche Deadline schieben (Akzeptanz)</a:t>
            </a:r>
          </a:p>
          <a:p>
            <a:r>
              <a:rPr lang="de-DE"/>
              <a:t>Hardware Probleme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e-DE"/>
              <a:t>Neue Hardware besorgen (Akzeptanz)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37D4544-ED76-9955-5237-799ADEF5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CE4F-68A2-472A-B211-4CCD5981D7B6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0053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Text, Screenshot, Software enthält.&#10;&#10;KI-generierte Inhalte können fehlerhaft sein.">
            <a:extLst>
              <a:ext uri="{FF2B5EF4-FFF2-40B4-BE49-F238E27FC236}">
                <a16:creationId xmlns:a16="http://schemas.microsoft.com/office/drawing/2014/main" id="{3F7E37FF-F543-E2BF-09A7-4F1A2C6E4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761" y="1527436"/>
            <a:ext cx="2834351" cy="457477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5253EF2-8110-10B6-70CC-01CD4968F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solidFill>
                  <a:srgbClr val="8C063B"/>
                </a:solidFill>
              </a:rPr>
              <a:t>Projektmanagement/Arbeitsverteilung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377411-00AF-9065-0DA4-C0CD8FDAF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25474" cy="429346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b="1" u="sng">
                <a:solidFill>
                  <a:srgbClr val="8C063B"/>
                </a:solidFill>
              </a:rPr>
              <a:t>Hauptverantwortungen: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e-DE" b="1"/>
              <a:t>Louis:</a:t>
            </a:r>
            <a:r>
              <a:rPr lang="de-DE"/>
              <a:t> </a:t>
            </a:r>
            <a:r>
              <a:rPr lang="de-DE">
                <a:solidFill>
                  <a:srgbClr val="000000"/>
                </a:solidFill>
              </a:rPr>
              <a:t>Logik (Python)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e-DE" b="1"/>
              <a:t>Linus:</a:t>
            </a:r>
            <a:r>
              <a:rPr lang="de-DE">
                <a:solidFill>
                  <a:srgbClr val="170A7D"/>
                </a:solidFill>
              </a:rPr>
              <a:t> </a:t>
            </a:r>
            <a:r>
              <a:rPr lang="de-DE">
                <a:solidFill>
                  <a:srgbClr val="000000"/>
                </a:solidFill>
              </a:rPr>
              <a:t>Bildauswertung (</a:t>
            </a:r>
            <a:r>
              <a:rPr lang="de-DE" err="1">
                <a:solidFill>
                  <a:srgbClr val="000000"/>
                </a:solidFill>
              </a:rPr>
              <a:t>OpenCV</a:t>
            </a:r>
            <a:r>
              <a:rPr lang="de-DE">
                <a:solidFill>
                  <a:srgbClr val="000000"/>
                </a:solidFill>
              </a:rPr>
              <a:t>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e-DE" b="1"/>
              <a:t>Benjamin:</a:t>
            </a:r>
            <a:r>
              <a:rPr lang="de-DE" b="1">
                <a:solidFill>
                  <a:srgbClr val="000000"/>
                </a:solidFill>
              </a:rPr>
              <a:t> </a:t>
            </a:r>
            <a:r>
              <a:rPr lang="de-DE">
                <a:solidFill>
                  <a:srgbClr val="000000"/>
                </a:solidFill>
              </a:rPr>
              <a:t>Kommunikation (ROS2)</a:t>
            </a:r>
          </a:p>
          <a:p>
            <a:pPr indent="-400050"/>
            <a:r>
              <a:rPr lang="de-DE" b="1" u="sng">
                <a:solidFill>
                  <a:srgbClr val="8C063B"/>
                </a:solidFill>
              </a:rPr>
              <a:t>Gemeinschaftliche Verantwortung: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e-DE">
                <a:solidFill>
                  <a:srgbClr val="000000"/>
                </a:solidFill>
              </a:rPr>
              <a:t>Motion Controller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e-DE">
                <a:solidFill>
                  <a:srgbClr val="000000"/>
                </a:solidFill>
              </a:rPr>
              <a:t>Praktische Tests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2FB58C0-8B84-CAEB-903D-E76336B64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CE4F-68A2-472A-B211-4CCD5981D7B6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862814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B97783-E0BB-1149-FA8E-7845504C8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solidFill>
                  <a:srgbClr val="8C063B"/>
                </a:solidFill>
              </a:rPr>
              <a:t>Technische Realisierung</a:t>
            </a:r>
            <a:br>
              <a:rPr lang="de-DE"/>
            </a:b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336429-A196-43B8-C41D-609E9E779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790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ROS2-Humble (Python)</a:t>
            </a:r>
          </a:p>
          <a:p>
            <a:r>
              <a:rPr lang="de-DE"/>
              <a:t>Kanalroboter auf Basis eines </a:t>
            </a:r>
            <a:r>
              <a:rPr lang="de-DE" err="1"/>
              <a:t>Turtlebots</a:t>
            </a:r>
            <a:endParaRPr lang="de-DE"/>
          </a:p>
          <a:p>
            <a:r>
              <a:rPr lang="de-DE"/>
              <a:t>OpenCV (Python)</a:t>
            </a:r>
          </a:p>
          <a:p>
            <a:r>
              <a:rPr lang="de-DE"/>
              <a:t>Ubuntu 22.04</a:t>
            </a:r>
          </a:p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B710F2C-3EEA-7915-4817-884E487B7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CE4F-68A2-472A-B211-4CCD5981D7B6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2870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751662-E3E2-11D5-67BC-35EA03DF7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solidFill>
                  <a:srgbClr val="8C063B"/>
                </a:solidFill>
              </a:rPr>
              <a:t>Geplante Softwarearchitektur</a:t>
            </a:r>
          </a:p>
        </p:txBody>
      </p:sp>
      <p:pic>
        <p:nvPicPr>
          <p:cNvPr id="3" name="Grafik 2" descr="Ein Bild, das Text, Diagramm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F0ACDF0A-2141-E125-433B-B6F042F48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678" y="1403249"/>
            <a:ext cx="5996289" cy="5160742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4EE00B4-4C84-7EAB-97C4-EF202DE49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CE4F-68A2-472A-B211-4CCD5981D7B6}" type="slidenum">
              <a:rPr lang="de-DE" smtClean="0"/>
              <a:t>11</a:t>
            </a:fld>
            <a:endParaRPr lang="de-DE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Freihand 4">
                <a:extLst>
                  <a:ext uri="{FF2B5EF4-FFF2-40B4-BE49-F238E27FC236}">
                    <a16:creationId xmlns:a16="http://schemas.microsoft.com/office/drawing/2014/main" id="{4894B888-4875-F880-61A6-C77A3B25BD69}"/>
                  </a:ext>
                </a:extLst>
              </p14:cNvPr>
              <p14:cNvContentPartPr/>
              <p14:nvPr/>
            </p14:nvContentPartPr>
            <p14:xfrm>
              <a:off x="8329003" y="3097720"/>
              <a:ext cx="70720" cy="121324"/>
            </p14:xfrm>
          </p:contentPart>
        </mc:Choice>
        <mc:Fallback xmlns="">
          <p:pic>
            <p:nvPicPr>
              <p:cNvPr id="5" name="Freihand 4">
                <a:extLst>
                  <a:ext uri="{FF2B5EF4-FFF2-40B4-BE49-F238E27FC236}">
                    <a16:creationId xmlns:a16="http://schemas.microsoft.com/office/drawing/2014/main" id="{4894B888-4875-F880-61A6-C77A3B25BD6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11413" y="3079773"/>
                <a:ext cx="106259" cy="1568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Freihand 5">
                <a:extLst>
                  <a:ext uri="{FF2B5EF4-FFF2-40B4-BE49-F238E27FC236}">
                    <a16:creationId xmlns:a16="http://schemas.microsoft.com/office/drawing/2014/main" id="{6DAB4C18-6279-2D1C-E81C-167367A59898}"/>
                  </a:ext>
                </a:extLst>
              </p14:cNvPr>
              <p14:cNvContentPartPr/>
              <p14:nvPr/>
            </p14:nvContentPartPr>
            <p14:xfrm>
              <a:off x="2636037" y="1924542"/>
              <a:ext cx="1440662" cy="1015507"/>
            </p14:xfrm>
          </p:contentPart>
        </mc:Choice>
        <mc:Fallback xmlns="">
          <p:pic>
            <p:nvPicPr>
              <p:cNvPr id="6" name="Freihand 5">
                <a:extLst>
                  <a:ext uri="{FF2B5EF4-FFF2-40B4-BE49-F238E27FC236}">
                    <a16:creationId xmlns:a16="http://schemas.microsoft.com/office/drawing/2014/main" id="{6DAB4C18-6279-2D1C-E81C-167367A5989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18042" y="1906909"/>
                <a:ext cx="1476292" cy="10511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0C9D7EF4-467D-21FF-581A-8A717A8C3A30}"/>
                  </a:ext>
                </a:extLst>
              </p14:cNvPr>
              <p14:cNvContentPartPr/>
              <p14:nvPr/>
            </p14:nvContentPartPr>
            <p14:xfrm>
              <a:off x="5653380" y="3212460"/>
              <a:ext cx="402622" cy="104529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0C9D7EF4-467D-21FF-581A-8A717A8C3A3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35390" y="3194500"/>
                <a:ext cx="438243" cy="1400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Freihand 7">
                <a:extLst>
                  <a:ext uri="{FF2B5EF4-FFF2-40B4-BE49-F238E27FC236}">
                    <a16:creationId xmlns:a16="http://schemas.microsoft.com/office/drawing/2014/main" id="{8700D117-5768-69CA-B15C-33A90DA97540}"/>
                  </a:ext>
                </a:extLst>
              </p14:cNvPr>
              <p14:cNvContentPartPr/>
              <p14:nvPr/>
            </p14:nvContentPartPr>
            <p14:xfrm>
              <a:off x="6040425" y="3215957"/>
              <a:ext cx="313512" cy="102206"/>
            </p14:xfrm>
          </p:contentPart>
        </mc:Choice>
        <mc:Fallback xmlns="">
          <p:pic>
            <p:nvPicPr>
              <p:cNvPr id="8" name="Freihand 7">
                <a:extLst>
                  <a:ext uri="{FF2B5EF4-FFF2-40B4-BE49-F238E27FC236}">
                    <a16:creationId xmlns:a16="http://schemas.microsoft.com/office/drawing/2014/main" id="{8700D117-5768-69CA-B15C-33A90DA9754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022808" y="3198385"/>
                <a:ext cx="349106" cy="1377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Freihand 8">
                <a:extLst>
                  <a:ext uri="{FF2B5EF4-FFF2-40B4-BE49-F238E27FC236}">
                    <a16:creationId xmlns:a16="http://schemas.microsoft.com/office/drawing/2014/main" id="{C4789E27-4391-C280-47DC-BC60B5031EB1}"/>
                  </a:ext>
                </a:extLst>
              </p14:cNvPr>
              <p14:cNvContentPartPr/>
              <p14:nvPr/>
            </p14:nvContentPartPr>
            <p14:xfrm>
              <a:off x="4315015" y="3113008"/>
              <a:ext cx="153075" cy="290300"/>
            </p14:xfrm>
          </p:contentPart>
        </mc:Choice>
        <mc:Fallback xmlns="">
          <p:pic>
            <p:nvPicPr>
              <p:cNvPr id="9" name="Freihand 8">
                <a:extLst>
                  <a:ext uri="{FF2B5EF4-FFF2-40B4-BE49-F238E27FC236}">
                    <a16:creationId xmlns:a16="http://schemas.microsoft.com/office/drawing/2014/main" id="{C4789E27-4391-C280-47DC-BC60B5031EB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97408" y="3095381"/>
                <a:ext cx="188649" cy="3259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Freihand 9">
                <a:extLst>
                  <a:ext uri="{FF2B5EF4-FFF2-40B4-BE49-F238E27FC236}">
                    <a16:creationId xmlns:a16="http://schemas.microsoft.com/office/drawing/2014/main" id="{0F2E42BF-43C6-466F-7B02-AF4BFF02166B}"/>
                  </a:ext>
                </a:extLst>
              </p14:cNvPr>
              <p14:cNvContentPartPr/>
              <p14:nvPr/>
            </p14:nvContentPartPr>
            <p14:xfrm>
              <a:off x="4322617" y="3094167"/>
              <a:ext cx="108547" cy="154723"/>
            </p14:xfrm>
          </p:contentPart>
        </mc:Choice>
        <mc:Fallback xmlns="">
          <p:pic>
            <p:nvPicPr>
              <p:cNvPr id="10" name="Freihand 9">
                <a:extLst>
                  <a:ext uri="{FF2B5EF4-FFF2-40B4-BE49-F238E27FC236}">
                    <a16:creationId xmlns:a16="http://schemas.microsoft.com/office/drawing/2014/main" id="{0F2E42BF-43C6-466F-7B02-AF4BFF02166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305063" y="3076577"/>
                <a:ext cx="144013" cy="1902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5C7948B6-C303-55B8-C889-63DAEDFB2E54}"/>
                  </a:ext>
                </a:extLst>
              </p14:cNvPr>
              <p14:cNvContentPartPr/>
              <p14:nvPr/>
            </p14:nvContentPartPr>
            <p14:xfrm>
              <a:off x="4287982" y="3304938"/>
              <a:ext cx="186460" cy="110691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5C7948B6-C303-55B8-C889-63DAEDFB2E5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270019" y="3287328"/>
                <a:ext cx="222028" cy="1462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" name="Freihand 14">
                <a:extLst>
                  <a:ext uri="{FF2B5EF4-FFF2-40B4-BE49-F238E27FC236}">
                    <a16:creationId xmlns:a16="http://schemas.microsoft.com/office/drawing/2014/main" id="{42560FDB-9458-276F-12AF-A53C750771E2}"/>
                  </a:ext>
                </a:extLst>
              </p14:cNvPr>
              <p14:cNvContentPartPr/>
              <p14:nvPr/>
            </p14:nvContentPartPr>
            <p14:xfrm>
              <a:off x="3809147" y="4869386"/>
              <a:ext cx="1130083" cy="465896"/>
            </p14:xfrm>
          </p:contentPart>
        </mc:Choice>
        <mc:Fallback xmlns="">
          <p:pic>
            <p:nvPicPr>
              <p:cNvPr id="15" name="Freihand 14">
                <a:extLst>
                  <a:ext uri="{FF2B5EF4-FFF2-40B4-BE49-F238E27FC236}">
                    <a16:creationId xmlns:a16="http://schemas.microsoft.com/office/drawing/2014/main" id="{42560FDB-9458-276F-12AF-A53C750771E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791152" y="4851398"/>
                <a:ext cx="1165713" cy="5015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BF9A9735-B562-83CE-2B24-17B2B705A1BB}"/>
                  </a:ext>
                </a:extLst>
              </p14:cNvPr>
              <p14:cNvContentPartPr/>
              <p14:nvPr/>
            </p14:nvContentPartPr>
            <p14:xfrm>
              <a:off x="3897857" y="5049981"/>
              <a:ext cx="106106" cy="150837"/>
            </p14:xfrm>
          </p:contentPart>
        </mc:Choice>
        <mc:Fallback xmlns=""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BF9A9735-B562-83CE-2B24-17B2B705A1B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879934" y="5032383"/>
                <a:ext cx="141594" cy="1863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" name="Freihand 16">
                <a:extLst>
                  <a:ext uri="{FF2B5EF4-FFF2-40B4-BE49-F238E27FC236}">
                    <a16:creationId xmlns:a16="http://schemas.microsoft.com/office/drawing/2014/main" id="{FDDB14C8-EDEA-BD32-AF03-8879C1FCF034}"/>
                  </a:ext>
                </a:extLst>
              </p14:cNvPr>
              <p14:cNvContentPartPr/>
              <p14:nvPr/>
            </p14:nvContentPartPr>
            <p14:xfrm>
              <a:off x="4052152" y="5035416"/>
              <a:ext cx="153258" cy="194163"/>
            </p14:xfrm>
          </p:contentPart>
        </mc:Choice>
        <mc:Fallback xmlns="">
          <p:pic>
            <p:nvPicPr>
              <p:cNvPr id="17" name="Freihand 16">
                <a:extLst>
                  <a:ext uri="{FF2B5EF4-FFF2-40B4-BE49-F238E27FC236}">
                    <a16:creationId xmlns:a16="http://schemas.microsoft.com/office/drawing/2014/main" id="{FDDB14C8-EDEA-BD32-AF03-8879C1FCF03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034565" y="5017438"/>
                <a:ext cx="188791" cy="22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8" name="Freihand 17">
                <a:extLst>
                  <a:ext uri="{FF2B5EF4-FFF2-40B4-BE49-F238E27FC236}">
                    <a16:creationId xmlns:a16="http://schemas.microsoft.com/office/drawing/2014/main" id="{11DCFA85-2F02-1F4E-0AF6-73967031FEA1}"/>
                  </a:ext>
                </a:extLst>
              </p14:cNvPr>
              <p14:cNvContentPartPr/>
              <p14:nvPr/>
            </p14:nvContentPartPr>
            <p14:xfrm>
              <a:off x="4239490" y="5112327"/>
              <a:ext cx="27011" cy="47122"/>
            </p14:xfrm>
          </p:contentPart>
        </mc:Choice>
        <mc:Fallback xmlns="">
          <p:pic>
            <p:nvPicPr>
              <p:cNvPr id="18" name="Freihand 17">
                <a:extLst>
                  <a:ext uri="{FF2B5EF4-FFF2-40B4-BE49-F238E27FC236}">
                    <a16:creationId xmlns:a16="http://schemas.microsoft.com/office/drawing/2014/main" id="{11DCFA85-2F02-1F4E-0AF6-73967031FEA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221720" y="5094835"/>
                <a:ext cx="62196" cy="824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9" name="Freihand 18">
                <a:extLst>
                  <a:ext uri="{FF2B5EF4-FFF2-40B4-BE49-F238E27FC236}">
                    <a16:creationId xmlns:a16="http://schemas.microsoft.com/office/drawing/2014/main" id="{8BBF2561-A7C9-5B09-6494-683EFACFC127}"/>
                  </a:ext>
                </a:extLst>
              </p14:cNvPr>
              <p14:cNvContentPartPr/>
              <p14:nvPr/>
            </p14:nvContentPartPr>
            <p14:xfrm>
              <a:off x="4294908" y="5001490"/>
              <a:ext cx="6927" cy="6927"/>
            </p14:xfrm>
          </p:contentPart>
        </mc:Choice>
        <mc:Fallback xmlns="">
          <p:pic>
            <p:nvPicPr>
              <p:cNvPr id="19" name="Freihand 18">
                <a:extLst>
                  <a:ext uri="{FF2B5EF4-FFF2-40B4-BE49-F238E27FC236}">
                    <a16:creationId xmlns:a16="http://schemas.microsoft.com/office/drawing/2014/main" id="{8BBF2561-A7C9-5B09-6494-683EFACFC12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257194" y="4662067"/>
                <a:ext cx="83124" cy="692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0" name="Freihand 19">
                <a:extLst>
                  <a:ext uri="{FF2B5EF4-FFF2-40B4-BE49-F238E27FC236}">
                    <a16:creationId xmlns:a16="http://schemas.microsoft.com/office/drawing/2014/main" id="{333BF634-7B5B-ED97-72E9-83DB8E53FAFE}"/>
                  </a:ext>
                </a:extLst>
              </p14:cNvPr>
              <p14:cNvContentPartPr/>
              <p14:nvPr/>
            </p14:nvContentPartPr>
            <p14:xfrm>
              <a:off x="4339829" y="5076032"/>
              <a:ext cx="45133" cy="97444"/>
            </p14:xfrm>
          </p:contentPart>
        </mc:Choice>
        <mc:Fallback xmlns="">
          <p:pic>
            <p:nvPicPr>
              <p:cNvPr id="20" name="Freihand 19">
                <a:extLst>
                  <a:ext uri="{FF2B5EF4-FFF2-40B4-BE49-F238E27FC236}">
                    <a16:creationId xmlns:a16="http://schemas.microsoft.com/office/drawing/2014/main" id="{333BF634-7B5B-ED97-72E9-83DB8E53FAF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321919" y="5058119"/>
                <a:ext cx="80595" cy="1329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1" name="Freihand 20">
                <a:extLst>
                  <a:ext uri="{FF2B5EF4-FFF2-40B4-BE49-F238E27FC236}">
                    <a16:creationId xmlns:a16="http://schemas.microsoft.com/office/drawing/2014/main" id="{73DD9ECB-6B31-F96D-9465-10A32967E669}"/>
                  </a:ext>
                </a:extLst>
              </p14:cNvPr>
              <p14:cNvContentPartPr/>
              <p14:nvPr/>
            </p14:nvContentPartPr>
            <p14:xfrm>
              <a:off x="4156984" y="3463636"/>
              <a:ext cx="179740" cy="1316632"/>
            </p14:xfrm>
          </p:contentPart>
        </mc:Choice>
        <mc:Fallback xmlns="">
          <p:pic>
            <p:nvPicPr>
              <p:cNvPr id="21" name="Freihand 20">
                <a:extLst>
                  <a:ext uri="{FF2B5EF4-FFF2-40B4-BE49-F238E27FC236}">
                    <a16:creationId xmlns:a16="http://schemas.microsoft.com/office/drawing/2014/main" id="{73DD9ECB-6B31-F96D-9465-10A32967E66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139010" y="3445999"/>
                <a:ext cx="215329" cy="13522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2" name="Freihand 21">
                <a:extLst>
                  <a:ext uri="{FF2B5EF4-FFF2-40B4-BE49-F238E27FC236}">
                    <a16:creationId xmlns:a16="http://schemas.microsoft.com/office/drawing/2014/main" id="{F538C2AF-60E8-3368-78F6-90B2DC6BD9A5}"/>
                  </a:ext>
                </a:extLst>
              </p14:cNvPr>
              <p14:cNvContentPartPr/>
              <p14:nvPr/>
            </p14:nvContentPartPr>
            <p14:xfrm>
              <a:off x="4197927" y="4703618"/>
              <a:ext cx="231099" cy="128886"/>
            </p14:xfrm>
          </p:contentPart>
        </mc:Choice>
        <mc:Fallback xmlns="">
          <p:pic>
            <p:nvPicPr>
              <p:cNvPr id="22" name="Freihand 21">
                <a:extLst>
                  <a:ext uri="{FF2B5EF4-FFF2-40B4-BE49-F238E27FC236}">
                    <a16:creationId xmlns:a16="http://schemas.microsoft.com/office/drawing/2014/main" id="{F538C2AF-60E8-3368-78F6-90B2DC6BD9A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179957" y="4686026"/>
                <a:ext cx="266680" cy="1644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3" name="Freihand 22">
                <a:extLst>
                  <a:ext uri="{FF2B5EF4-FFF2-40B4-BE49-F238E27FC236}">
                    <a16:creationId xmlns:a16="http://schemas.microsoft.com/office/drawing/2014/main" id="{7026ACE5-BA82-12DA-4A92-9788CFF66124}"/>
                  </a:ext>
                </a:extLst>
              </p14:cNvPr>
              <p14:cNvContentPartPr/>
              <p14:nvPr/>
            </p14:nvContentPartPr>
            <p14:xfrm>
              <a:off x="4468090" y="4890654"/>
              <a:ext cx="872563" cy="130694"/>
            </p14:xfrm>
          </p:contentPart>
        </mc:Choice>
        <mc:Fallback xmlns="">
          <p:pic>
            <p:nvPicPr>
              <p:cNvPr id="23" name="Freihand 22">
                <a:extLst>
                  <a:ext uri="{FF2B5EF4-FFF2-40B4-BE49-F238E27FC236}">
                    <a16:creationId xmlns:a16="http://schemas.microsoft.com/office/drawing/2014/main" id="{7026ACE5-BA82-12DA-4A92-9788CFF6612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450099" y="4872702"/>
                <a:ext cx="908185" cy="1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4" name="Freihand 23">
                <a:extLst>
                  <a:ext uri="{FF2B5EF4-FFF2-40B4-BE49-F238E27FC236}">
                    <a16:creationId xmlns:a16="http://schemas.microsoft.com/office/drawing/2014/main" id="{DB73F5A4-BB87-D3BF-C941-2264F482FF23}"/>
                  </a:ext>
                </a:extLst>
              </p14:cNvPr>
              <p14:cNvContentPartPr/>
              <p14:nvPr/>
            </p14:nvContentPartPr>
            <p14:xfrm>
              <a:off x="5292436" y="4939145"/>
              <a:ext cx="283157" cy="158622"/>
            </p14:xfrm>
          </p:contentPart>
        </mc:Choice>
        <mc:Fallback xmlns="">
          <p:pic>
            <p:nvPicPr>
              <p:cNvPr id="24" name="Freihand 23">
                <a:extLst>
                  <a:ext uri="{FF2B5EF4-FFF2-40B4-BE49-F238E27FC236}">
                    <a16:creationId xmlns:a16="http://schemas.microsoft.com/office/drawing/2014/main" id="{DB73F5A4-BB87-D3BF-C941-2264F482FF2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274829" y="4921201"/>
                <a:ext cx="318731" cy="1941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5" name="Freihand 24">
                <a:extLst>
                  <a:ext uri="{FF2B5EF4-FFF2-40B4-BE49-F238E27FC236}">
                    <a16:creationId xmlns:a16="http://schemas.microsoft.com/office/drawing/2014/main" id="{A18310D6-7E0D-702C-BC9D-9FFC6480A592}"/>
                  </a:ext>
                </a:extLst>
              </p14:cNvPr>
              <p14:cNvContentPartPr/>
              <p14:nvPr/>
            </p14:nvContentPartPr>
            <p14:xfrm>
              <a:off x="4372593" y="4821642"/>
              <a:ext cx="2331997" cy="274625"/>
            </p14:xfrm>
          </p:contentPart>
        </mc:Choice>
        <mc:Fallback xmlns="">
          <p:pic>
            <p:nvPicPr>
              <p:cNvPr id="25" name="Freihand 24">
                <a:extLst>
                  <a:ext uri="{FF2B5EF4-FFF2-40B4-BE49-F238E27FC236}">
                    <a16:creationId xmlns:a16="http://schemas.microsoft.com/office/drawing/2014/main" id="{A18310D6-7E0D-702C-BC9D-9FFC6480A59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54956" y="4804029"/>
                <a:ext cx="2367630" cy="3102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6" name="Freihand 25">
                <a:extLst>
                  <a:ext uri="{FF2B5EF4-FFF2-40B4-BE49-F238E27FC236}">
                    <a16:creationId xmlns:a16="http://schemas.microsoft.com/office/drawing/2014/main" id="{BC541DEB-8D02-1C60-D609-7879350873F7}"/>
                  </a:ext>
                </a:extLst>
              </p14:cNvPr>
              <p14:cNvContentPartPr/>
              <p14:nvPr/>
            </p14:nvContentPartPr>
            <p14:xfrm>
              <a:off x="6567055" y="5056909"/>
              <a:ext cx="220204" cy="113564"/>
            </p14:xfrm>
          </p:contentPart>
        </mc:Choice>
        <mc:Fallback xmlns="">
          <p:pic>
            <p:nvPicPr>
              <p:cNvPr id="26" name="Freihand 25">
                <a:extLst>
                  <a:ext uri="{FF2B5EF4-FFF2-40B4-BE49-F238E27FC236}">
                    <a16:creationId xmlns:a16="http://schemas.microsoft.com/office/drawing/2014/main" id="{BC541DEB-8D02-1C60-D609-7879350873F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549094" y="5038940"/>
                <a:ext cx="255767" cy="149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7" name="Freihand 26">
                <a:extLst>
                  <a:ext uri="{FF2B5EF4-FFF2-40B4-BE49-F238E27FC236}">
                    <a16:creationId xmlns:a16="http://schemas.microsoft.com/office/drawing/2014/main" id="{150B4D8B-9850-AB12-9FF5-06F4FCB8593B}"/>
                  </a:ext>
                </a:extLst>
              </p14:cNvPr>
              <p14:cNvContentPartPr/>
              <p14:nvPr/>
            </p14:nvContentPartPr>
            <p14:xfrm>
              <a:off x="4530436" y="4855716"/>
              <a:ext cx="3339029" cy="249816"/>
            </p14:xfrm>
          </p:contentPart>
        </mc:Choice>
        <mc:Fallback xmlns="">
          <p:pic>
            <p:nvPicPr>
              <p:cNvPr id="27" name="Freihand 26">
                <a:extLst>
                  <a:ext uri="{FF2B5EF4-FFF2-40B4-BE49-F238E27FC236}">
                    <a16:creationId xmlns:a16="http://schemas.microsoft.com/office/drawing/2014/main" id="{150B4D8B-9850-AB12-9FF5-06F4FCB8593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512438" y="4838103"/>
                <a:ext cx="3374665" cy="2854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8" name="Freihand 27">
                <a:extLst>
                  <a:ext uri="{FF2B5EF4-FFF2-40B4-BE49-F238E27FC236}">
                    <a16:creationId xmlns:a16="http://schemas.microsoft.com/office/drawing/2014/main" id="{BA52BDE4-5A51-3BF7-5BDA-43A224E16ADB}"/>
                  </a:ext>
                </a:extLst>
              </p14:cNvPr>
              <p14:cNvContentPartPr/>
              <p14:nvPr/>
            </p14:nvContentPartPr>
            <p14:xfrm>
              <a:off x="7571508" y="4952999"/>
              <a:ext cx="323601" cy="197357"/>
            </p14:xfrm>
          </p:contentPart>
        </mc:Choice>
        <mc:Fallback xmlns="">
          <p:pic>
            <p:nvPicPr>
              <p:cNvPr id="28" name="Freihand 27">
                <a:extLst>
                  <a:ext uri="{FF2B5EF4-FFF2-40B4-BE49-F238E27FC236}">
                    <a16:creationId xmlns:a16="http://schemas.microsoft.com/office/drawing/2014/main" id="{BA52BDE4-5A51-3BF7-5BDA-43A224E16AD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553890" y="4935025"/>
                <a:ext cx="359197" cy="2329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9" name="Freihand 28">
                <a:extLst>
                  <a:ext uri="{FF2B5EF4-FFF2-40B4-BE49-F238E27FC236}">
                    <a16:creationId xmlns:a16="http://schemas.microsoft.com/office/drawing/2014/main" id="{8D8301ED-EC0D-442E-3F7D-3FFE3D927EF4}"/>
                  </a:ext>
                </a:extLst>
              </p14:cNvPr>
              <p14:cNvContentPartPr/>
              <p14:nvPr/>
            </p14:nvContentPartPr>
            <p14:xfrm>
              <a:off x="7807035" y="1267690"/>
              <a:ext cx="6927" cy="6927"/>
            </p14:xfrm>
          </p:contentPart>
        </mc:Choice>
        <mc:Fallback xmlns="">
          <p:pic>
            <p:nvPicPr>
              <p:cNvPr id="29" name="Freihand 28">
                <a:extLst>
                  <a:ext uri="{FF2B5EF4-FFF2-40B4-BE49-F238E27FC236}">
                    <a16:creationId xmlns:a16="http://schemas.microsoft.com/office/drawing/2014/main" id="{8D8301ED-EC0D-442E-3F7D-3FFE3D927EF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460685" y="928267"/>
                <a:ext cx="692700" cy="692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0" name="Freihand 29">
                <a:extLst>
                  <a:ext uri="{FF2B5EF4-FFF2-40B4-BE49-F238E27FC236}">
                    <a16:creationId xmlns:a16="http://schemas.microsoft.com/office/drawing/2014/main" id="{DEC374B0-4FC6-80EC-5550-6659F4DA81D6}"/>
                  </a:ext>
                </a:extLst>
              </p14:cNvPr>
              <p14:cNvContentPartPr/>
              <p14:nvPr/>
            </p14:nvContentPartPr>
            <p14:xfrm>
              <a:off x="6546272" y="228599"/>
              <a:ext cx="6927" cy="6927"/>
            </p14:xfrm>
          </p:contentPart>
        </mc:Choice>
        <mc:Fallback xmlns="">
          <p:pic>
            <p:nvPicPr>
              <p:cNvPr id="30" name="Freihand 29">
                <a:extLst>
                  <a:ext uri="{FF2B5EF4-FFF2-40B4-BE49-F238E27FC236}">
                    <a16:creationId xmlns:a16="http://schemas.microsoft.com/office/drawing/2014/main" id="{DEC374B0-4FC6-80EC-5550-6659F4DA81D6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206849" y="-110824"/>
                <a:ext cx="692700" cy="692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12" name="Freihand 11">
                <a:extLst>
                  <a:ext uri="{FF2B5EF4-FFF2-40B4-BE49-F238E27FC236}">
                    <a16:creationId xmlns:a16="http://schemas.microsoft.com/office/drawing/2014/main" id="{12B8D148-DCEE-9203-D425-BF9CBDD2171E}"/>
                  </a:ext>
                </a:extLst>
              </p14:cNvPr>
              <p14:cNvContentPartPr/>
              <p14:nvPr/>
            </p14:nvContentPartPr>
            <p14:xfrm>
              <a:off x="-1371600" y="518160"/>
              <a:ext cx="10160" cy="10160"/>
            </p14:xfrm>
          </p:contentPart>
        </mc:Choice>
        <mc:Fallback>
          <p:pic>
            <p:nvPicPr>
              <p:cNvPr id="12" name="Freihand 11">
                <a:extLst>
                  <a:ext uri="{FF2B5EF4-FFF2-40B4-BE49-F238E27FC236}">
                    <a16:creationId xmlns:a16="http://schemas.microsoft.com/office/drawing/2014/main" id="{12B8D148-DCEE-9203-D425-BF9CBDD2171E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-1869440" y="10160"/>
                <a:ext cx="1016000" cy="10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358459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4784EB4-F9E3-4FC1-95DA-290EEAD44B7A}">
  <we:reference id="wa200005566" version="1.0.0.0" store="en-US" storeType="omex"/>
  <we:alternateReferences>
    <we:reference id="wa200005566" version="1.0.0.0" store="omex" storeType="omex"/>
  </we:alternateReferences>
  <we:properties/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2988f0a4-524a-45f2-829d-417725fa4957}" enabled="1" method="Standard" siteId="{52daf2a9-3b73-4da4-ac6a-3f81adc92b7e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Breitbild</PresentationFormat>
  <Slides>11</Slides>
  <Notes>0</Notes>
  <HiddenSlides>0</HiddenSlide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2" baseType="lpstr">
      <vt:lpstr>Office</vt:lpstr>
      <vt:lpstr>Kick-Off Präsentation</vt:lpstr>
      <vt:lpstr>Inhalt</vt:lpstr>
      <vt:lpstr>Projekt Team &amp; Zusammenfassung</vt:lpstr>
      <vt:lpstr>Projektmanagement</vt:lpstr>
      <vt:lpstr>Projektmanagement/Meilensteine</vt:lpstr>
      <vt:lpstr>Projektmanagement/Iterationen</vt:lpstr>
      <vt:lpstr>Projektmanagement/Projektplan</vt:lpstr>
      <vt:lpstr>Projektmanagement/Risikomanagement</vt:lpstr>
      <vt:lpstr>Projektmanagement/Arbeitsverteilung</vt:lpstr>
      <vt:lpstr>Technische Realisierung </vt:lpstr>
      <vt:lpstr>Geplante Softwarearchitektur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Louis Moser</dc:creator>
  <cp:revision>32</cp:revision>
  <dcterms:created xsi:type="dcterms:W3CDTF">2025-10-28T09:48:14Z</dcterms:created>
  <dcterms:modified xsi:type="dcterms:W3CDTF">2025-10-30T15:23:15Z</dcterms:modified>
</cp:coreProperties>
</file>