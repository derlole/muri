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8" r:id="rId2"/>
    <p:sldId id="263" r:id="rId3"/>
    <p:sldId id="264" r:id="rId4"/>
    <p:sldId id="261" r:id="rId5"/>
    <p:sldId id="262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40F9D57-D000-427C-B8C0-7F80EED6BC67}">
          <p14:sldIdLst>
            <p14:sldId id="258"/>
            <p14:sldId id="263"/>
            <p14:sldId id="264"/>
          </p14:sldIdLst>
        </p14:section>
        <p14:section name="Randbedingungen" id="{2156DCD9-6DB5-4CD7-BC9C-DC13ADFFA7D7}">
          <p14:sldIdLst>
            <p14:sldId id="261"/>
          </p14:sldIdLst>
        </p14:section>
        <p14:section name="Endprodukt demonstrieren" id="{F0E09F29-980B-421B-9B00-F09B93E48600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8000"/>
    <a:srgbClr val="FF8800"/>
    <a:srgbClr val="95FF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8" d="100"/>
          <a:sy n="98" d="100"/>
        </p:scale>
        <p:origin x="1038" y="570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us Braun" userId="a5d23c20616040eb" providerId="LiveId" clId="{89294896-6B68-42A9-A544-130D3E2D7691}"/>
    <pc:docChg chg="delSection">
      <pc:chgData name="Linus Braun" userId="a5d23c20616040eb" providerId="LiveId" clId="{89294896-6B68-42A9-A544-130D3E2D7691}" dt="2026-01-14T08:53:51.379" v="0" actId="17851"/>
      <pc:docMkLst>
        <pc:docMk/>
      </pc:docMkLst>
    </pc:docChg>
  </pc:docChgLst>
  <pc:docChgLst>
    <pc:chgData name="Gastbenutzer" providerId="Windows Live" clId="Web-{DDA82D31-0EAB-C5B2-7C72-DEF458AFF5C9}"/>
    <pc:docChg chg="sldOrd">
      <pc:chgData name="Gastbenutzer" userId="" providerId="Windows Live" clId="Web-{DDA82D31-0EAB-C5B2-7C72-DEF458AFF5C9}" dt="2026-01-14T08:54:48.971" v="0"/>
      <pc:docMkLst>
        <pc:docMk/>
      </pc:docMkLst>
      <pc:sldChg chg="ord">
        <pc:chgData name="Gastbenutzer" userId="" providerId="Windows Live" clId="Web-{DDA82D31-0EAB-C5B2-7C72-DEF458AFF5C9}" dt="2026-01-14T08:54:48.971" v="0"/>
        <pc:sldMkLst>
          <pc:docMk/>
          <pc:sldMk cId="2791033436" sldId="264"/>
        </pc:sldMkLst>
      </pc:sldChg>
    </pc:docChg>
  </pc:docChgLst>
  <pc:docChgLst>
    <pc:chgData name="Gastbenutzer" providerId="Windows Live" clId="Web-{4FE28AB5-D3D5-B4C3-361B-AE189F574605}"/>
    <pc:docChg chg="modSld">
      <pc:chgData name="Gastbenutzer" userId="" providerId="Windows Live" clId="Web-{4FE28AB5-D3D5-B4C3-361B-AE189F574605}" dt="2026-01-11T13:15:17.738" v="7" actId="20577"/>
      <pc:docMkLst>
        <pc:docMk/>
      </pc:docMkLst>
      <pc:sldChg chg="modSp">
        <pc:chgData name="Gastbenutzer" userId="" providerId="Windows Live" clId="Web-{4FE28AB5-D3D5-B4C3-361B-AE189F574605}" dt="2026-01-11T13:15:17.738" v="7" actId="20577"/>
        <pc:sldMkLst>
          <pc:docMk/>
          <pc:sldMk cId="2791033436" sldId="264"/>
        </pc:sldMkLst>
        <pc:spChg chg="mod">
          <ac:chgData name="Gastbenutzer" userId="" providerId="Windows Live" clId="Web-{4FE28AB5-D3D5-B4C3-361B-AE189F574605}" dt="2026-01-11T13:15:17.738" v="7" actId="20577"/>
          <ac:spMkLst>
            <pc:docMk/>
            <pc:sldMk cId="2791033436" sldId="264"/>
            <ac:spMk id="3" creationId="{328C43E5-8E22-F6BE-61D4-7ABDE5F2004F}"/>
          </ac:spMkLst>
        </pc:spChg>
      </pc:sldChg>
    </pc:docChg>
  </pc:docChgLst>
  <pc:docChgLst>
    <pc:chgData name="Linus Braun" userId="a5d23c20616040eb" providerId="Windows Live" clId="Web-{7AB2960E-6960-9FD6-E481-EB869B6F2495}"/>
    <pc:docChg chg="addSld delSld modSld sldOrd addSection modSection">
      <pc:chgData name="Linus Braun" userId="a5d23c20616040eb" providerId="Windows Live" clId="Web-{7AB2960E-6960-9FD6-E481-EB869B6F2495}" dt="2026-01-08T10:04:54.591" v="402" actId="20577"/>
      <pc:docMkLst>
        <pc:docMk/>
      </pc:docMkLst>
      <pc:sldChg chg="modSp new">
        <pc:chgData name="Linus Braun" userId="a5d23c20616040eb" providerId="Windows Live" clId="Web-{7AB2960E-6960-9FD6-E481-EB869B6F2495}" dt="2026-01-08T09:59:28.529" v="332" actId="20577"/>
        <pc:sldMkLst>
          <pc:docMk/>
          <pc:sldMk cId="1885111731" sldId="261"/>
        </pc:sldMkLst>
        <pc:spChg chg="mod">
          <ac:chgData name="Linus Braun" userId="a5d23c20616040eb" providerId="Windows Live" clId="Web-{7AB2960E-6960-9FD6-E481-EB869B6F2495}" dt="2026-01-08T09:59:28.529" v="332" actId="20577"/>
          <ac:spMkLst>
            <pc:docMk/>
            <pc:sldMk cId="1885111731" sldId="261"/>
            <ac:spMk id="3" creationId="{4ECAA392-5700-DD3E-3BDD-F63193A6DA16}"/>
          </ac:spMkLst>
        </pc:spChg>
      </pc:sldChg>
      <pc:sldChg chg="modSp new">
        <pc:chgData name="Linus Braun" userId="a5d23c20616040eb" providerId="Windows Live" clId="Web-{7AB2960E-6960-9FD6-E481-EB869B6F2495}" dt="2026-01-08T10:04:54.591" v="402" actId="20577"/>
        <pc:sldMkLst>
          <pc:docMk/>
          <pc:sldMk cId="3731690058" sldId="262"/>
        </pc:sldMkLst>
        <pc:spChg chg="mod">
          <ac:chgData name="Linus Braun" userId="a5d23c20616040eb" providerId="Windows Live" clId="Web-{7AB2960E-6960-9FD6-E481-EB869B6F2495}" dt="2026-01-08T10:00:21.017" v="337" actId="20577"/>
          <ac:spMkLst>
            <pc:docMk/>
            <pc:sldMk cId="3731690058" sldId="262"/>
            <ac:spMk id="3" creationId="{9EE869D1-F8DF-28F1-4FA8-ECA4EB4D5677}"/>
          </ac:spMkLst>
        </pc:spChg>
        <pc:spChg chg="mod">
          <ac:chgData name="Linus Braun" userId="a5d23c20616040eb" providerId="Windows Live" clId="Web-{7AB2960E-6960-9FD6-E481-EB869B6F2495}" dt="2026-01-08T10:00:38.705" v="339" actId="20577"/>
          <ac:spMkLst>
            <pc:docMk/>
            <pc:sldMk cId="3731690058" sldId="262"/>
            <ac:spMk id="4" creationId="{7EF94006-A4E8-4865-D643-49278743C7C0}"/>
          </ac:spMkLst>
        </pc:spChg>
        <pc:spChg chg="mod">
          <ac:chgData name="Linus Braun" userId="a5d23c20616040eb" providerId="Windows Live" clId="Web-{7AB2960E-6960-9FD6-E481-EB869B6F2495}" dt="2026-01-08T10:04:54.591" v="402" actId="20577"/>
          <ac:spMkLst>
            <pc:docMk/>
            <pc:sldMk cId="3731690058" sldId="262"/>
            <ac:spMk id="5" creationId="{AA3EFAE7-6F3D-E906-6787-67B1949B43F0}"/>
          </ac:spMkLst>
        </pc:spChg>
      </pc:sldChg>
      <pc:sldChg chg="modSp">
        <pc:chgData name="Linus Braun" userId="a5d23c20616040eb" providerId="Windows Live" clId="Web-{7AB2960E-6960-9FD6-E481-EB869B6F2495}" dt="2026-01-08T09:52:53.747" v="290" actId="20577"/>
        <pc:sldMkLst>
          <pc:docMk/>
          <pc:sldMk cId="1196939579" sldId="263"/>
        </pc:sldMkLst>
        <pc:spChg chg="mod">
          <ac:chgData name="Linus Braun" userId="a5d23c20616040eb" providerId="Windows Live" clId="Web-{7AB2960E-6960-9FD6-E481-EB869B6F2495}" dt="2026-01-08T09:52:42.856" v="288" actId="20577"/>
          <ac:spMkLst>
            <pc:docMk/>
            <pc:sldMk cId="1196939579" sldId="263"/>
            <ac:spMk id="3" creationId="{5A1A2C7B-5355-C361-AB37-0A3D5182E5B5}"/>
          </ac:spMkLst>
        </pc:spChg>
        <pc:spChg chg="mod">
          <ac:chgData name="Linus Braun" userId="a5d23c20616040eb" providerId="Windows Live" clId="Web-{7AB2960E-6960-9FD6-E481-EB869B6F2495}" dt="2026-01-08T09:52:53.747" v="290" actId="20577"/>
          <ac:spMkLst>
            <pc:docMk/>
            <pc:sldMk cId="1196939579" sldId="263"/>
            <ac:spMk id="4" creationId="{03A33A78-F66E-9D88-2B5E-DA286EF1E5BD}"/>
          </ac:spMkLst>
        </pc:spChg>
      </pc:sldChg>
      <pc:sldChg chg="modSp">
        <pc:chgData name="Linus Braun" userId="a5d23c20616040eb" providerId="Windows Live" clId="Web-{7AB2960E-6960-9FD6-E481-EB869B6F2495}" dt="2026-01-08T09:57:03.063" v="320" actId="20577"/>
        <pc:sldMkLst>
          <pc:docMk/>
          <pc:sldMk cId="2791033436" sldId="264"/>
        </pc:sldMkLst>
        <pc:spChg chg="mod">
          <ac:chgData name="Linus Braun" userId="a5d23c20616040eb" providerId="Windows Live" clId="Web-{7AB2960E-6960-9FD6-E481-EB869B6F2495}" dt="2026-01-08T09:57:03.063" v="320" actId="20577"/>
          <ac:spMkLst>
            <pc:docMk/>
            <pc:sldMk cId="2791033436" sldId="264"/>
            <ac:spMk id="2" creationId="{4B75F2C2-0044-3764-DF10-B573707391A3}"/>
          </ac:spMkLst>
        </pc:spChg>
        <pc:spChg chg="mod">
          <ac:chgData name="Linus Braun" userId="a5d23c20616040eb" providerId="Windows Live" clId="Web-{7AB2960E-6960-9FD6-E481-EB869B6F2495}" dt="2026-01-08T09:55:12.234" v="301" actId="20577"/>
          <ac:spMkLst>
            <pc:docMk/>
            <pc:sldMk cId="2791033436" sldId="264"/>
            <ac:spMk id="3" creationId="{328C43E5-8E22-F6BE-61D4-7ABDE5F2004F}"/>
          </ac:spMkLst>
        </pc:spChg>
        <pc:spChg chg="mod">
          <ac:chgData name="Linus Braun" userId="a5d23c20616040eb" providerId="Windows Live" clId="Web-{7AB2960E-6960-9FD6-E481-EB869B6F2495}" dt="2026-01-08T09:56:48.016" v="316" actId="20577"/>
          <ac:spMkLst>
            <pc:docMk/>
            <pc:sldMk cId="2791033436" sldId="264"/>
            <ac:spMk id="4" creationId="{C5E69A20-6468-28A7-4B9D-14BC50097919}"/>
          </ac:spMkLst>
        </pc:spChg>
      </pc:sldChg>
    </pc:docChg>
  </pc:docChgLst>
  <pc:docChgLst>
    <pc:chgData name="Gastbenutzer" providerId="Windows Live" clId="Web-{9584B7DF-5D1D-178A-FB8B-C0A7535AFFA7}"/>
    <pc:docChg chg="modSld">
      <pc:chgData name="Gastbenutzer" userId="" providerId="Windows Live" clId="Web-{9584B7DF-5D1D-178A-FB8B-C0A7535AFFA7}" dt="2026-01-08T07:40:42.737" v="179" actId="20577"/>
      <pc:docMkLst>
        <pc:docMk/>
      </pc:docMkLst>
      <pc:sldChg chg="modSp">
        <pc:chgData name="Gastbenutzer" userId="" providerId="Windows Live" clId="Web-{9584B7DF-5D1D-178A-FB8B-C0A7535AFFA7}" dt="2026-01-08T07:40:42.737" v="179" actId="20577"/>
        <pc:sldMkLst>
          <pc:docMk/>
          <pc:sldMk cId="1885111731" sldId="261"/>
        </pc:sldMkLst>
        <pc:spChg chg="mod">
          <ac:chgData name="Gastbenutzer" userId="" providerId="Windows Live" clId="Web-{9584B7DF-5D1D-178A-FB8B-C0A7535AFFA7}" dt="2026-01-08T07:40:42.737" v="179" actId="20577"/>
          <ac:spMkLst>
            <pc:docMk/>
            <pc:sldMk cId="1885111731" sldId="261"/>
            <ac:spMk id="3" creationId="{4ECAA392-5700-DD3E-3BDD-F63193A6DA16}"/>
          </ac:spMkLst>
        </pc:spChg>
      </pc:sldChg>
    </pc:docChg>
  </pc:docChgLst>
  <pc:docChgLst>
    <pc:chgData name="Louis Moser" userId="0a873209-7a94-410f-bb0a-477d9a94079e" providerId="ADAL" clId="{CDB96218-A9BE-4F07-8DCB-ADB4A82D84F0}"/>
    <pc:docChg chg="custSel modSld">
      <pc:chgData name="Louis Moser" userId="0a873209-7a94-410f-bb0a-477d9a94079e" providerId="ADAL" clId="{CDB96218-A9BE-4F07-8DCB-ADB4A82D84F0}" dt="2026-01-15T13:06:19.787" v="72" actId="20577"/>
      <pc:docMkLst>
        <pc:docMk/>
      </pc:docMkLst>
      <pc:sldChg chg="modSp mod modNotesTx">
        <pc:chgData name="Louis Moser" userId="0a873209-7a94-410f-bb0a-477d9a94079e" providerId="ADAL" clId="{CDB96218-A9BE-4F07-8DCB-ADB4A82D84F0}" dt="2026-01-15T13:06:19.787" v="72" actId="20577"/>
        <pc:sldMkLst>
          <pc:docMk/>
          <pc:sldMk cId="1625236769" sldId="258"/>
        </pc:sldMkLst>
        <pc:spChg chg="mod">
          <ac:chgData name="Louis Moser" userId="0a873209-7a94-410f-bb0a-477d9a94079e" providerId="ADAL" clId="{CDB96218-A9BE-4F07-8DCB-ADB4A82D84F0}" dt="2026-01-15T10:58:21.639" v="0" actId="1036"/>
          <ac:spMkLst>
            <pc:docMk/>
            <pc:sldMk cId="1625236769" sldId="258"/>
            <ac:spMk id="3" creationId="{7A073A49-DE75-B1FE-6B04-C35118BFCCDA}"/>
          </ac:spMkLst>
        </pc:spChg>
      </pc:sldChg>
    </pc:docChg>
  </pc:docChgLst>
  <pc:docChgLst>
    <pc:chgData name="Gastbenutzer" providerId="Windows Live" clId="Web-{041811C1-306C-D4D0-844D-72C796D53784}"/>
    <pc:docChg chg="addSld delSld modSld sldOrd modMainMaster modSection">
      <pc:chgData name="Gastbenutzer" userId="" providerId="Windows Live" clId="Web-{041811C1-306C-D4D0-844D-72C796D53784}" dt="2026-01-08T09:48:39.758" v="1162" actId="20577"/>
      <pc:docMkLst>
        <pc:docMk/>
      </pc:docMkLst>
      <pc:sldChg chg="addSp delSp modSp mod setBg">
        <pc:chgData name="Gastbenutzer" userId="" providerId="Windows Live" clId="Web-{041811C1-306C-D4D0-844D-72C796D53784}" dt="2026-01-08T09:33:23.418" v="789" actId="1076"/>
        <pc:sldMkLst>
          <pc:docMk/>
          <pc:sldMk cId="1625236769" sldId="258"/>
        </pc:sldMkLst>
        <pc:spChg chg="mod">
          <ac:chgData name="Gastbenutzer" userId="" providerId="Windows Live" clId="Web-{041811C1-306C-D4D0-844D-72C796D53784}" dt="2026-01-08T09:14:10.003" v="714" actId="14100"/>
          <ac:spMkLst>
            <pc:docMk/>
            <pc:sldMk cId="1625236769" sldId="258"/>
            <ac:spMk id="2" creationId="{E64D0E3C-DACA-89BC-7F29-A9854DE0C940}"/>
          </ac:spMkLst>
        </pc:spChg>
        <pc:spChg chg="mod">
          <ac:chgData name="Gastbenutzer" userId="" providerId="Windows Live" clId="Web-{041811C1-306C-D4D0-844D-72C796D53784}" dt="2026-01-08T09:13:57.441" v="713" actId="14100"/>
          <ac:spMkLst>
            <pc:docMk/>
            <pc:sldMk cId="1625236769" sldId="258"/>
            <ac:spMk id="3" creationId="{7A073A49-DE75-B1FE-6B04-C35118BFCCDA}"/>
          </ac:spMkLst>
        </pc:spChg>
        <pc:spChg chg="add">
          <ac:chgData name="Gastbenutzer" userId="" providerId="Windows Live" clId="Web-{041811C1-306C-D4D0-844D-72C796D53784}" dt="2026-01-08T08:55:46.577" v="593"/>
          <ac:spMkLst>
            <pc:docMk/>
            <pc:sldMk cId="1625236769" sldId="258"/>
            <ac:spMk id="8" creationId="{665DBBEF-238B-476B-96AB-8AAC3224ECEA}"/>
          </ac:spMkLst>
        </pc:spChg>
        <pc:spChg chg="add">
          <ac:chgData name="Gastbenutzer" userId="" providerId="Windows Live" clId="Web-{041811C1-306C-D4D0-844D-72C796D53784}" dt="2026-01-08T08:55:46.577" v="593"/>
          <ac:spMkLst>
            <pc:docMk/>
            <pc:sldMk cId="1625236769" sldId="258"/>
            <ac:spMk id="9" creationId="{3FCFB1DE-0B7E-48CC-BA90-B2AB0889F9D6}"/>
          </ac:spMkLst>
        </pc:spChg>
        <pc:picChg chg="add del mod ord modCrop">
          <ac:chgData name="Gastbenutzer" userId="" providerId="Windows Live" clId="Web-{041811C1-306C-D4D0-844D-72C796D53784}" dt="2026-01-08T09:33:23.418" v="789" actId="1076"/>
          <ac:picMkLst>
            <pc:docMk/>
            <pc:sldMk cId="1625236769" sldId="258"/>
            <ac:picMk id="5" creationId="{090469F3-6594-D413-7FEF-C4E46873B254}"/>
          </ac:picMkLst>
        </pc:picChg>
      </pc:sldChg>
      <pc:sldChg chg="modSp add del mod">
        <pc:chgData name="Gastbenutzer" userId="" providerId="Windows Live" clId="Web-{041811C1-306C-D4D0-844D-72C796D53784}" dt="2026-01-08T09:38:01.159" v="839" actId="20577"/>
        <pc:sldMkLst>
          <pc:docMk/>
          <pc:sldMk cId="1885111731" sldId="261"/>
        </pc:sldMkLst>
        <pc:spChg chg="mod">
          <ac:chgData name="Gastbenutzer" userId="" providerId="Windows Live" clId="Web-{041811C1-306C-D4D0-844D-72C796D53784}" dt="2026-01-08T09:34:41.795" v="794" actId="20577"/>
          <ac:spMkLst>
            <pc:docMk/>
            <pc:sldMk cId="1885111731" sldId="261"/>
            <ac:spMk id="2" creationId="{AEAA2F29-2750-1634-E315-1200D6302BD7}"/>
          </ac:spMkLst>
        </pc:spChg>
        <pc:spChg chg="mod">
          <ac:chgData name="Gastbenutzer" userId="" providerId="Windows Live" clId="Web-{041811C1-306C-D4D0-844D-72C796D53784}" dt="2026-01-08T09:38:01.159" v="839" actId="20577"/>
          <ac:spMkLst>
            <pc:docMk/>
            <pc:sldMk cId="1885111731" sldId="261"/>
            <ac:spMk id="3" creationId="{4ECAA392-5700-DD3E-3BDD-F63193A6DA16}"/>
          </ac:spMkLst>
        </pc:spChg>
      </pc:sldChg>
      <pc:sldChg chg="addSp modSp mod">
        <pc:chgData name="Gastbenutzer" userId="" providerId="Windows Live" clId="Web-{041811C1-306C-D4D0-844D-72C796D53784}" dt="2026-01-08T09:48:39.758" v="1162" actId="20577"/>
        <pc:sldMkLst>
          <pc:docMk/>
          <pc:sldMk cId="3731690058" sldId="262"/>
        </pc:sldMkLst>
        <pc:spChg chg="mod">
          <ac:chgData name="Gastbenutzer" userId="" providerId="Windows Live" clId="Web-{041811C1-306C-D4D0-844D-72C796D53784}" dt="2026-01-08T09:39:33.959" v="853" actId="20577"/>
          <ac:spMkLst>
            <pc:docMk/>
            <pc:sldMk cId="3731690058" sldId="262"/>
            <ac:spMk id="2" creationId="{56B41289-E0F4-3B86-93FA-C84128E06059}"/>
          </ac:spMkLst>
        </pc:spChg>
        <pc:spChg chg="mod">
          <ac:chgData name="Gastbenutzer" userId="" providerId="Windows Live" clId="Web-{041811C1-306C-D4D0-844D-72C796D53784}" dt="2026-01-08T09:43:06.135" v="990" actId="14100"/>
          <ac:spMkLst>
            <pc:docMk/>
            <pc:sldMk cId="3731690058" sldId="262"/>
            <ac:spMk id="3" creationId="{9EE869D1-F8DF-28F1-4FA8-ECA4EB4D5677}"/>
          </ac:spMkLst>
        </pc:spChg>
        <pc:spChg chg="add mod">
          <ac:chgData name="Gastbenutzer" userId="" providerId="Windows Live" clId="Web-{041811C1-306C-D4D0-844D-72C796D53784}" dt="2026-01-08T09:48:17.132" v="1160" actId="20577"/>
          <ac:spMkLst>
            <pc:docMk/>
            <pc:sldMk cId="3731690058" sldId="262"/>
            <ac:spMk id="4" creationId="{7EF94006-A4E8-4865-D643-49278743C7C0}"/>
          </ac:spMkLst>
        </pc:spChg>
        <pc:spChg chg="add mod">
          <ac:chgData name="Gastbenutzer" userId="" providerId="Windows Live" clId="Web-{041811C1-306C-D4D0-844D-72C796D53784}" dt="2026-01-08T09:48:39.758" v="1162" actId="20577"/>
          <ac:spMkLst>
            <pc:docMk/>
            <pc:sldMk cId="3731690058" sldId="262"/>
            <ac:spMk id="5" creationId="{AA3EFAE7-6F3D-E906-6787-67B1949B43F0}"/>
          </ac:spMkLst>
        </pc:spChg>
      </pc:sldChg>
      <pc:sldChg chg="addSp modSp new mod ord modClrScheme chgLayout">
        <pc:chgData name="Gastbenutzer" userId="" providerId="Windows Live" clId="Web-{041811C1-306C-D4D0-844D-72C796D53784}" dt="2026-01-08T09:19:20.631" v="758" actId="20577"/>
        <pc:sldMkLst>
          <pc:docMk/>
          <pc:sldMk cId="1196939579" sldId="263"/>
        </pc:sldMkLst>
        <pc:spChg chg="mod ord">
          <ac:chgData name="Gastbenutzer" userId="" providerId="Windows Live" clId="Web-{041811C1-306C-D4D0-844D-72C796D53784}" dt="2026-01-08T09:16:01.052" v="721" actId="20577"/>
          <ac:spMkLst>
            <pc:docMk/>
            <pc:sldMk cId="1196939579" sldId="263"/>
            <ac:spMk id="2" creationId="{B97B50EA-CE35-481C-83A6-C10DE6AEA17E}"/>
          </ac:spMkLst>
        </pc:spChg>
        <pc:spChg chg="mod ord">
          <ac:chgData name="Gastbenutzer" userId="" providerId="Windows Live" clId="Web-{041811C1-306C-D4D0-844D-72C796D53784}" dt="2026-01-08T09:19:08.225" v="756" actId="20577"/>
          <ac:spMkLst>
            <pc:docMk/>
            <pc:sldMk cId="1196939579" sldId="263"/>
            <ac:spMk id="3" creationId="{5A1A2C7B-5355-C361-AB37-0A3D5182E5B5}"/>
          </ac:spMkLst>
        </pc:spChg>
        <pc:spChg chg="add mod ord">
          <ac:chgData name="Gastbenutzer" userId="" providerId="Windows Live" clId="Web-{041811C1-306C-D4D0-844D-72C796D53784}" dt="2026-01-08T09:19:20.631" v="758" actId="20577"/>
          <ac:spMkLst>
            <pc:docMk/>
            <pc:sldMk cId="1196939579" sldId="263"/>
            <ac:spMk id="4" creationId="{03A33A78-F66E-9D88-2B5E-DA286EF1E5BD}"/>
          </ac:spMkLst>
        </pc:spChg>
      </pc:sldChg>
      <pc:sldChg chg="addSp delSp modSp new">
        <pc:chgData name="Gastbenutzer" userId="" providerId="Windows Live" clId="Web-{041811C1-306C-D4D0-844D-72C796D53784}" dt="2026-01-08T09:38:09.363" v="841" actId="20577"/>
        <pc:sldMkLst>
          <pc:docMk/>
          <pc:sldMk cId="2791033436" sldId="264"/>
        </pc:sldMkLst>
        <pc:spChg chg="mod">
          <ac:chgData name="Gastbenutzer" userId="" providerId="Windows Live" clId="Web-{041811C1-306C-D4D0-844D-72C796D53784}" dt="2026-01-08T09:18:22.568" v="739" actId="20577"/>
          <ac:spMkLst>
            <pc:docMk/>
            <pc:sldMk cId="2791033436" sldId="264"/>
            <ac:spMk id="2" creationId="{4B75F2C2-0044-3764-DF10-B573707391A3}"/>
          </ac:spMkLst>
        </pc:spChg>
        <pc:spChg chg="add del mod">
          <ac:chgData name="Gastbenutzer" userId="" providerId="Windows Live" clId="Web-{041811C1-306C-D4D0-844D-72C796D53784}" dt="2026-01-08T09:38:09.363" v="841" actId="20577"/>
          <ac:spMkLst>
            <pc:docMk/>
            <pc:sldMk cId="2791033436" sldId="264"/>
            <ac:spMk id="3" creationId="{328C43E5-8E22-F6BE-61D4-7ABDE5F2004F}"/>
          </ac:spMkLst>
        </pc:spChg>
        <pc:spChg chg="add del mod">
          <ac:chgData name="Gastbenutzer" userId="" providerId="Windows Live" clId="Web-{041811C1-306C-D4D0-844D-72C796D53784}" dt="2026-01-08T09:20:51.272" v="775" actId="20577"/>
          <ac:spMkLst>
            <pc:docMk/>
            <pc:sldMk cId="2791033436" sldId="264"/>
            <ac:spMk id="4" creationId="{C5E69A20-6468-28A7-4B9D-14BC50097919}"/>
          </ac:spMkLst>
        </pc:spChg>
      </pc:sldChg>
      <pc:sldMasterChg chg="mod setBg modSldLayout">
        <pc:chgData name="Gastbenutzer" userId="" providerId="Windows Live" clId="Web-{041811C1-306C-D4D0-844D-72C796D53784}" dt="2026-01-08T08:11:44.133" v="63"/>
        <pc:sldMasterMkLst>
          <pc:docMk/>
          <pc:sldMasterMk cId="594725491" sldId="2147483648"/>
        </pc:sldMasterMkLst>
        <pc:sldLayoutChg chg="mod">
          <pc:chgData name="Gastbenutzer" userId="" providerId="Windows Live" clId="Web-{041811C1-306C-D4D0-844D-72C796D53784}" dt="2026-01-08T08:11:44.133" v="63"/>
          <pc:sldLayoutMkLst>
            <pc:docMk/>
            <pc:sldMasterMk cId="594725491" sldId="2147483648"/>
            <pc:sldLayoutMk cId="4043166929" sldId="2147483649"/>
          </pc:sldLayoutMkLst>
        </pc:sldLayoutChg>
        <pc:sldLayoutChg chg="mod">
          <pc:chgData name="Gastbenutzer" userId="" providerId="Windows Live" clId="Web-{041811C1-306C-D4D0-844D-72C796D53784}" dt="2026-01-08T08:11:44.133" v="63"/>
          <pc:sldLayoutMkLst>
            <pc:docMk/>
            <pc:sldMasterMk cId="594725491" sldId="2147483648"/>
            <pc:sldLayoutMk cId="3433200589" sldId="2147483650"/>
          </pc:sldLayoutMkLst>
        </pc:sldLayoutChg>
        <pc:sldLayoutChg chg="mod">
          <pc:chgData name="Gastbenutzer" userId="" providerId="Windows Live" clId="Web-{041811C1-306C-D4D0-844D-72C796D53784}" dt="2026-01-08T08:11:44.133" v="63"/>
          <pc:sldLayoutMkLst>
            <pc:docMk/>
            <pc:sldMasterMk cId="594725491" sldId="2147483648"/>
            <pc:sldLayoutMk cId="2835585648" sldId="2147483651"/>
          </pc:sldLayoutMkLst>
        </pc:sldLayoutChg>
        <pc:sldLayoutChg chg="mod">
          <pc:chgData name="Gastbenutzer" userId="" providerId="Windows Live" clId="Web-{041811C1-306C-D4D0-844D-72C796D53784}" dt="2026-01-08T08:11:44.133" v="63"/>
          <pc:sldLayoutMkLst>
            <pc:docMk/>
            <pc:sldMasterMk cId="594725491" sldId="2147483648"/>
            <pc:sldLayoutMk cId="742901757" sldId="2147483652"/>
          </pc:sldLayoutMkLst>
        </pc:sldLayoutChg>
        <pc:sldLayoutChg chg="mod">
          <pc:chgData name="Gastbenutzer" userId="" providerId="Windows Live" clId="Web-{041811C1-306C-D4D0-844D-72C796D53784}" dt="2026-01-08T08:11:44.133" v="63"/>
          <pc:sldLayoutMkLst>
            <pc:docMk/>
            <pc:sldMasterMk cId="594725491" sldId="2147483648"/>
            <pc:sldLayoutMk cId="2024084034" sldId="2147483653"/>
          </pc:sldLayoutMkLst>
        </pc:sldLayoutChg>
        <pc:sldLayoutChg chg="mod">
          <pc:chgData name="Gastbenutzer" userId="" providerId="Windows Live" clId="Web-{041811C1-306C-D4D0-844D-72C796D53784}" dt="2026-01-08T08:11:44.133" v="63"/>
          <pc:sldLayoutMkLst>
            <pc:docMk/>
            <pc:sldMasterMk cId="594725491" sldId="2147483648"/>
            <pc:sldLayoutMk cId="2440206447" sldId="2147483654"/>
          </pc:sldLayoutMkLst>
        </pc:sldLayoutChg>
        <pc:sldLayoutChg chg="mod">
          <pc:chgData name="Gastbenutzer" userId="" providerId="Windows Live" clId="Web-{041811C1-306C-D4D0-844D-72C796D53784}" dt="2026-01-08T08:11:44.133" v="63"/>
          <pc:sldLayoutMkLst>
            <pc:docMk/>
            <pc:sldMasterMk cId="594725491" sldId="2147483648"/>
            <pc:sldLayoutMk cId="3087692832" sldId="2147483655"/>
          </pc:sldLayoutMkLst>
        </pc:sldLayoutChg>
        <pc:sldLayoutChg chg="mod">
          <pc:chgData name="Gastbenutzer" userId="" providerId="Windows Live" clId="Web-{041811C1-306C-D4D0-844D-72C796D53784}" dt="2026-01-08T08:11:44.133" v="63"/>
          <pc:sldLayoutMkLst>
            <pc:docMk/>
            <pc:sldMasterMk cId="594725491" sldId="2147483648"/>
            <pc:sldLayoutMk cId="3453883237" sldId="2147483656"/>
          </pc:sldLayoutMkLst>
        </pc:sldLayoutChg>
        <pc:sldLayoutChg chg="mod">
          <pc:chgData name="Gastbenutzer" userId="" providerId="Windows Live" clId="Web-{041811C1-306C-D4D0-844D-72C796D53784}" dt="2026-01-08T08:11:44.133" v="63"/>
          <pc:sldLayoutMkLst>
            <pc:docMk/>
            <pc:sldMasterMk cId="594725491" sldId="2147483648"/>
            <pc:sldLayoutMk cId="2509888776" sldId="2147483657"/>
          </pc:sldLayoutMkLst>
        </pc:sldLayoutChg>
        <pc:sldLayoutChg chg="mod">
          <pc:chgData name="Gastbenutzer" userId="" providerId="Windows Live" clId="Web-{041811C1-306C-D4D0-844D-72C796D53784}" dt="2026-01-08T08:11:44.133" v="63"/>
          <pc:sldLayoutMkLst>
            <pc:docMk/>
            <pc:sldMasterMk cId="594725491" sldId="2147483648"/>
            <pc:sldLayoutMk cId="1699206799" sldId="2147483658"/>
          </pc:sldLayoutMkLst>
        </pc:sldLayoutChg>
        <pc:sldLayoutChg chg="mod">
          <pc:chgData name="Gastbenutzer" userId="" providerId="Windows Live" clId="Web-{041811C1-306C-D4D0-844D-72C796D53784}" dt="2026-01-08T08:11:44.133" v="63"/>
          <pc:sldLayoutMkLst>
            <pc:docMk/>
            <pc:sldMasterMk cId="594725491" sldId="2147483648"/>
            <pc:sldLayoutMk cId="2809958959" sldId="2147483659"/>
          </pc:sldLayoutMkLst>
        </pc:sldLayoutChg>
      </pc:sldMasterChg>
    </pc:docChg>
  </pc:docChgLst>
  <pc:docChgLst>
    <pc:chgData name="Gastbenutzer" providerId="Windows Live" clId="Web-{C945FBDC-4C87-E00E-F556-44ABD8D0D85E}"/>
    <pc:docChg chg="modSld">
      <pc:chgData name="Gastbenutzer" userId="" providerId="Windows Live" clId="Web-{C945FBDC-4C87-E00E-F556-44ABD8D0D85E}" dt="2026-01-08T15:47:18.273" v="229" actId="20577"/>
      <pc:docMkLst>
        <pc:docMk/>
      </pc:docMkLst>
      <pc:sldChg chg="modSp">
        <pc:chgData name="Gastbenutzer" userId="" providerId="Windows Live" clId="Web-{C945FBDC-4C87-E00E-F556-44ABD8D0D85E}" dt="2026-01-08T15:44:17.221" v="201" actId="20577"/>
        <pc:sldMkLst>
          <pc:docMk/>
          <pc:sldMk cId="1885111731" sldId="261"/>
        </pc:sldMkLst>
        <pc:spChg chg="mod">
          <ac:chgData name="Gastbenutzer" userId="" providerId="Windows Live" clId="Web-{C945FBDC-4C87-E00E-F556-44ABD8D0D85E}" dt="2026-01-08T15:44:17.221" v="201" actId="20577"/>
          <ac:spMkLst>
            <pc:docMk/>
            <pc:sldMk cId="1885111731" sldId="261"/>
            <ac:spMk id="3" creationId="{4ECAA392-5700-DD3E-3BDD-F63193A6DA16}"/>
          </ac:spMkLst>
        </pc:spChg>
      </pc:sldChg>
      <pc:sldChg chg="modSp">
        <pc:chgData name="Gastbenutzer" userId="" providerId="Windows Live" clId="Web-{C945FBDC-4C87-E00E-F556-44ABD8D0D85E}" dt="2026-01-08T15:37:29.808" v="25" actId="20577"/>
        <pc:sldMkLst>
          <pc:docMk/>
          <pc:sldMk cId="1196939579" sldId="263"/>
        </pc:sldMkLst>
        <pc:spChg chg="mod">
          <ac:chgData name="Gastbenutzer" userId="" providerId="Windows Live" clId="Web-{C945FBDC-4C87-E00E-F556-44ABD8D0D85E}" dt="2026-01-08T15:36:31.431" v="18" actId="20577"/>
          <ac:spMkLst>
            <pc:docMk/>
            <pc:sldMk cId="1196939579" sldId="263"/>
            <ac:spMk id="3" creationId="{5A1A2C7B-5355-C361-AB37-0A3D5182E5B5}"/>
          </ac:spMkLst>
        </pc:spChg>
        <pc:spChg chg="mod">
          <ac:chgData name="Gastbenutzer" userId="" providerId="Windows Live" clId="Web-{C945FBDC-4C87-E00E-F556-44ABD8D0D85E}" dt="2026-01-08T15:37:29.808" v="25" actId="20577"/>
          <ac:spMkLst>
            <pc:docMk/>
            <pc:sldMk cId="1196939579" sldId="263"/>
            <ac:spMk id="4" creationId="{03A33A78-F66E-9D88-2B5E-DA286EF1E5BD}"/>
          </ac:spMkLst>
        </pc:spChg>
      </pc:sldChg>
      <pc:sldChg chg="modSp">
        <pc:chgData name="Gastbenutzer" userId="" providerId="Windows Live" clId="Web-{C945FBDC-4C87-E00E-F556-44ABD8D0D85E}" dt="2026-01-08T15:47:18.273" v="229" actId="20577"/>
        <pc:sldMkLst>
          <pc:docMk/>
          <pc:sldMk cId="2791033436" sldId="264"/>
        </pc:sldMkLst>
        <pc:spChg chg="mod">
          <ac:chgData name="Gastbenutzer" userId="" providerId="Windows Live" clId="Web-{C945FBDC-4C87-E00E-F556-44ABD8D0D85E}" dt="2026-01-08T15:39:24.905" v="82" actId="20577"/>
          <ac:spMkLst>
            <pc:docMk/>
            <pc:sldMk cId="2791033436" sldId="264"/>
            <ac:spMk id="3" creationId="{328C43E5-8E22-F6BE-61D4-7ABDE5F2004F}"/>
          </ac:spMkLst>
        </pc:spChg>
        <pc:spChg chg="mod">
          <ac:chgData name="Gastbenutzer" userId="" providerId="Windows Live" clId="Web-{C945FBDC-4C87-E00E-F556-44ABD8D0D85E}" dt="2026-01-08T15:47:18.273" v="229" actId="20577"/>
          <ac:spMkLst>
            <pc:docMk/>
            <pc:sldMk cId="2791033436" sldId="264"/>
            <ac:spMk id="4" creationId="{C5E69A20-6468-28A7-4B9D-14BC50097919}"/>
          </ac:spMkLst>
        </pc:spChg>
      </pc:sldChg>
    </pc:docChg>
  </pc:docChgLst>
  <pc:docChgLst>
    <pc:chgData name="Gastbenutzer" providerId="Windows Live" clId="Web-{9135352F-D7C7-7DB0-3F35-EA177C937E0E}"/>
    <pc:docChg chg="modSld">
      <pc:chgData name="Gastbenutzer" userId="" providerId="Windows Live" clId="Web-{9135352F-D7C7-7DB0-3F35-EA177C937E0E}" dt="2026-01-11T13:15:04.231" v="4" actId="20577"/>
      <pc:docMkLst>
        <pc:docMk/>
      </pc:docMkLst>
      <pc:sldChg chg="modSp">
        <pc:chgData name="Gastbenutzer" userId="" providerId="Windows Live" clId="Web-{9135352F-D7C7-7DB0-3F35-EA177C937E0E}" dt="2026-01-11T13:15:04.231" v="4" actId="20577"/>
        <pc:sldMkLst>
          <pc:docMk/>
          <pc:sldMk cId="2791033436" sldId="264"/>
        </pc:sldMkLst>
        <pc:spChg chg="mod">
          <ac:chgData name="Gastbenutzer" userId="" providerId="Windows Live" clId="Web-{9135352F-D7C7-7DB0-3F35-EA177C937E0E}" dt="2026-01-11T13:15:04.231" v="4" actId="20577"/>
          <ac:spMkLst>
            <pc:docMk/>
            <pc:sldMk cId="2791033436" sldId="264"/>
            <ac:spMk id="3" creationId="{328C43E5-8E22-F6BE-61D4-7ABDE5F2004F}"/>
          </ac:spMkLst>
        </pc:spChg>
      </pc:sldChg>
    </pc:docChg>
  </pc:docChgLst>
  <pc:docChgLst>
    <pc:chgData name="Gastbenutzer" providerId="Windows Live" clId="Web-{4C323B2E-7DB0-DD11-AE2D-E0AE989D5A15}"/>
    <pc:docChg chg="modSld sldOrd modSection">
      <pc:chgData name="Gastbenutzer" userId="" providerId="Windows Live" clId="Web-{4C323B2E-7DB0-DD11-AE2D-E0AE989D5A15}" dt="2026-01-08T09:10:43.135" v="63" actId="20577"/>
      <pc:docMkLst>
        <pc:docMk/>
      </pc:docMkLst>
      <pc:sldChg chg="modSp">
        <pc:chgData name="Gastbenutzer" userId="" providerId="Windows Live" clId="Web-{4C323B2E-7DB0-DD11-AE2D-E0AE989D5A15}" dt="2026-01-08T09:10:43.135" v="63" actId="20577"/>
        <pc:sldMkLst>
          <pc:docMk/>
          <pc:sldMk cId="1885111731" sldId="261"/>
        </pc:sldMkLst>
        <pc:spChg chg="mod">
          <ac:chgData name="Gastbenutzer" userId="" providerId="Windows Live" clId="Web-{4C323B2E-7DB0-DD11-AE2D-E0AE989D5A15}" dt="2026-01-08T09:09:32.648" v="59" actId="20577"/>
          <ac:spMkLst>
            <pc:docMk/>
            <pc:sldMk cId="1885111731" sldId="261"/>
            <ac:spMk id="2" creationId="{AEAA2F29-2750-1634-E315-1200D6302BD7}"/>
          </ac:spMkLst>
        </pc:spChg>
        <pc:spChg chg="mod">
          <ac:chgData name="Gastbenutzer" userId="" providerId="Windows Live" clId="Web-{4C323B2E-7DB0-DD11-AE2D-E0AE989D5A15}" dt="2026-01-08T09:10:43.135" v="63" actId="20577"/>
          <ac:spMkLst>
            <pc:docMk/>
            <pc:sldMk cId="1885111731" sldId="261"/>
            <ac:spMk id="3" creationId="{4ECAA392-5700-DD3E-3BDD-F63193A6DA16}"/>
          </ac:spMkLst>
        </pc:spChg>
      </pc:sldChg>
      <pc:sldChg chg="modSp">
        <pc:chgData name="Gastbenutzer" userId="" providerId="Windows Live" clId="Web-{4C323B2E-7DB0-DD11-AE2D-E0AE989D5A15}" dt="2026-01-08T09:05:47.399" v="17" actId="20577"/>
        <pc:sldMkLst>
          <pc:docMk/>
          <pc:sldMk cId="1196939579" sldId="263"/>
        </pc:sldMkLst>
        <pc:spChg chg="mod">
          <ac:chgData name="Gastbenutzer" userId="" providerId="Windows Live" clId="Web-{4C323B2E-7DB0-DD11-AE2D-E0AE989D5A15}" dt="2026-01-08T09:03:55.693" v="2" actId="20577"/>
          <ac:spMkLst>
            <pc:docMk/>
            <pc:sldMk cId="1196939579" sldId="263"/>
            <ac:spMk id="2" creationId="{B97B50EA-CE35-481C-83A6-C10DE6AEA17E}"/>
          </ac:spMkLst>
        </pc:spChg>
        <pc:spChg chg="mod">
          <ac:chgData name="Gastbenutzer" userId="" providerId="Windows Live" clId="Web-{4C323B2E-7DB0-DD11-AE2D-E0AE989D5A15}" dt="2026-01-08T09:05:47.399" v="17" actId="20577"/>
          <ac:spMkLst>
            <pc:docMk/>
            <pc:sldMk cId="1196939579" sldId="263"/>
            <ac:spMk id="4" creationId="{03A33A78-F66E-9D88-2B5E-DA286EF1E5B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A38389-C142-4BBF-8818-81078642087B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491719-E332-44F6-9932-33EC0FD4B5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5178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Wir </a:t>
            </a:r>
            <a:r>
              <a:rPr lang="de-DE" dirty="0" err="1"/>
              <a:t>düreen</a:t>
            </a:r>
            <a:r>
              <a:rPr lang="de-DE" dirty="0"/>
              <a:t> das von ihnen in </a:t>
            </a:r>
            <a:r>
              <a:rPr lang="de-DE" dirty="0" err="1"/>
              <a:t>autrag</a:t>
            </a:r>
            <a:r>
              <a:rPr lang="de-DE" dirty="0"/>
              <a:t> </a:t>
            </a:r>
            <a:r>
              <a:rPr lang="de-DE" dirty="0" err="1"/>
              <a:t>gebene</a:t>
            </a:r>
            <a:r>
              <a:rPr lang="de-DE" dirty="0"/>
              <a:t> </a:t>
            </a:r>
            <a:r>
              <a:rPr lang="de-DE" dirty="0" err="1"/>
              <a:t>projekt</a:t>
            </a:r>
            <a:r>
              <a:rPr lang="de-DE" dirty="0"/>
              <a:t> </a:t>
            </a:r>
            <a:r>
              <a:rPr lang="de-DE" dirty="0" err="1"/>
              <a:t>präsentiern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91719-E332-44F6-9932-33EC0FD4B553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414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91719-E332-44F6-9932-33EC0FD4B553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5783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3166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3200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5585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2901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4084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0206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7692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3883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9888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9206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9958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EB3054-B75A-4BD7-8B3E-8DC0F614FAF3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4725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64D0E3C-DACA-89BC-7F29-A9854DE0C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2" y="639193"/>
            <a:ext cx="4281618" cy="3573516"/>
          </a:xfrm>
        </p:spPr>
        <p:txBody>
          <a:bodyPr>
            <a:normAutofit/>
          </a:bodyPr>
          <a:lstStyle/>
          <a:p>
            <a:pPr algn="l"/>
            <a:r>
              <a:rPr lang="de-DE" sz="5100">
                <a:latin typeface="SimSun"/>
                <a:ea typeface="SimSun"/>
              </a:rPr>
              <a:t>Präsentation Kunde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A073A49-DE75-B1FE-6B04-C35118BFCC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82" y="4639112"/>
            <a:ext cx="4156357" cy="155932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de-DE">
                <a:latin typeface="SimSun"/>
                <a:ea typeface="SimSun"/>
              </a:rPr>
              <a:t>Gruppe: M.U.R.I</a:t>
            </a:r>
          </a:p>
          <a:p>
            <a:pPr algn="l"/>
            <a:r>
              <a:rPr lang="de-DE">
                <a:latin typeface="SimSun"/>
                <a:ea typeface="SimSun"/>
              </a:rPr>
              <a:t>(</a:t>
            </a:r>
            <a:r>
              <a:rPr lang="de-DE" b="1">
                <a:latin typeface="SimSun"/>
                <a:ea typeface="SimSun"/>
              </a:rPr>
              <a:t>M</a:t>
            </a:r>
            <a:r>
              <a:rPr lang="de-DE">
                <a:latin typeface="SimSun"/>
                <a:ea typeface="SimSun"/>
              </a:rPr>
              <a:t>echanische </a:t>
            </a:r>
            <a:r>
              <a:rPr lang="de-DE" b="1">
                <a:latin typeface="SimSun"/>
                <a:ea typeface="SimSun"/>
              </a:rPr>
              <a:t>U</a:t>
            </a:r>
            <a:r>
              <a:rPr lang="de-DE">
                <a:latin typeface="SimSun"/>
                <a:ea typeface="SimSun"/>
              </a:rPr>
              <a:t>ntergrund </a:t>
            </a:r>
            <a:r>
              <a:rPr lang="de-DE" b="1">
                <a:latin typeface="SimSun"/>
                <a:ea typeface="SimSun"/>
              </a:rPr>
              <a:t>R</a:t>
            </a:r>
            <a:r>
              <a:rPr lang="de-DE">
                <a:latin typeface="SimSun"/>
                <a:ea typeface="SimSun"/>
              </a:rPr>
              <a:t>atte für </a:t>
            </a:r>
            <a:r>
              <a:rPr lang="de-DE" b="1">
                <a:latin typeface="SimSun"/>
                <a:ea typeface="SimSun"/>
              </a:rPr>
              <a:t>I</a:t>
            </a:r>
            <a:r>
              <a:rPr lang="de-DE">
                <a:latin typeface="SimSun"/>
                <a:ea typeface="SimSun"/>
              </a:rPr>
              <a:t>nspektionen)</a:t>
            </a:r>
          </a:p>
          <a:p>
            <a:pPr algn="l"/>
            <a:endParaRPr lang="de-DE"/>
          </a:p>
        </p:txBody>
      </p:sp>
      <p:sp>
        <p:nvSpPr>
          <p:cNvPr id="9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 descr="Ein Bild, das Platin, Symbol, Modeaccessoire, Zubehör enthält.&#10;&#10;KI-generierte Inhalte können fehlerhaft sein.">
            <a:extLst>
              <a:ext uri="{FF2B5EF4-FFF2-40B4-BE49-F238E27FC236}">
                <a16:creationId xmlns:a16="http://schemas.microsoft.com/office/drawing/2014/main" id="{090469F3-6594-D413-7FEF-C4E46873B2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9"/>
          <a:stretch>
            <a:fillRect/>
          </a:stretch>
        </p:blipFill>
        <p:spPr>
          <a:xfrm>
            <a:off x="5009199" y="1192397"/>
            <a:ext cx="6515247" cy="4466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236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7B50EA-CE35-481C-83A6-C10DE6AEA17E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de-DE" b="1">
                <a:latin typeface="SimSun"/>
                <a:ea typeface="SimSun"/>
              </a:rPr>
              <a:t>Projektübersicht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1A2C7B-5355-C361-AB37-0A3D5182E5B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de-DE" b="1" dirty="0">
                <a:solidFill>
                  <a:srgbClr val="F08000"/>
                </a:solidFill>
                <a:latin typeface="SimSun"/>
                <a:ea typeface="SimSun"/>
              </a:rPr>
              <a:t>Projektziel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de-DE" dirty="0">
                <a:latin typeface="SimSun"/>
                <a:ea typeface="SimSun"/>
              </a:rPr>
              <a:t>Autonome Navigation mit Folgemanöver </a:t>
            </a:r>
          </a:p>
          <a:p>
            <a:pPr>
              <a:buFont typeface="Wingdings" panose="020B0604020202020204" pitchFamily="34" charset="0"/>
              <a:buChar char="Ø"/>
            </a:pPr>
            <a:endParaRPr lang="de-DE" dirty="0">
              <a:latin typeface="SimSun"/>
              <a:ea typeface="SimSun"/>
            </a:endParaRPr>
          </a:p>
          <a:p>
            <a:pPr>
              <a:buFont typeface="Wingdings" panose="020B0604020202020204" pitchFamily="34" charset="0"/>
              <a:buChar char="Ø"/>
            </a:pPr>
            <a:endParaRPr lang="de-DE" dirty="0">
              <a:latin typeface="SimSun"/>
              <a:ea typeface="SimSun"/>
            </a:endParaRP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3A33A78-F66E-9D88-2B5E-DA286EF1E5B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de-DE" b="1">
                <a:solidFill>
                  <a:srgbClr val="F08000"/>
                </a:solidFill>
                <a:latin typeface="SimSun"/>
                <a:ea typeface="SimSun"/>
              </a:rPr>
              <a:t>Kernmerkmale</a:t>
            </a:r>
            <a:r>
              <a:rPr lang="de-DE">
                <a:solidFill>
                  <a:srgbClr val="F08000"/>
                </a:solidFill>
                <a:latin typeface="SimSun"/>
                <a:ea typeface="SimSun"/>
              </a:rPr>
              <a:t> </a:t>
            </a:r>
            <a:endParaRPr lang="de-DE">
              <a:solidFill>
                <a:srgbClr val="000000"/>
              </a:solidFill>
              <a:latin typeface="SimSun"/>
              <a:ea typeface="SimSun"/>
            </a:endParaRPr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de-DE">
                <a:solidFill>
                  <a:srgbClr val="000000"/>
                </a:solidFill>
                <a:latin typeface="SimSun"/>
                <a:ea typeface="SimSun"/>
              </a:rPr>
              <a:t>Vision-gestützte Navigation</a:t>
            </a:r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de-DE">
                <a:latin typeface="SimSun"/>
                <a:ea typeface="SimSun"/>
              </a:rPr>
              <a:t>Kollisionsprävention</a:t>
            </a:r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de-DE">
                <a:latin typeface="SimSun"/>
                <a:ea typeface="SimSun"/>
              </a:rPr>
              <a:t>Einfach zu erweitern</a:t>
            </a:r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de-DE">
                <a:latin typeface="SimSun"/>
                <a:ea typeface="SimSun"/>
              </a:rPr>
              <a:t>Unabhängig von Lizenzen</a:t>
            </a:r>
          </a:p>
          <a:p>
            <a:pPr marL="457200" indent="-457200">
              <a:buFont typeface="Wingdings" panose="020B0604020202020204" pitchFamily="34" charset="0"/>
              <a:buChar char="Ø"/>
            </a:pPr>
            <a:endParaRPr lang="de-DE">
              <a:latin typeface="SimSun"/>
              <a:ea typeface="SimSun"/>
            </a:endParaRPr>
          </a:p>
        </p:txBody>
      </p:sp>
    </p:spTree>
    <p:extLst>
      <p:ext uri="{BB962C8B-B14F-4D97-AF65-F5344CB8AC3E}">
        <p14:creationId xmlns:p14="http://schemas.microsoft.com/office/powerpoint/2010/main" val="1196939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75F2C2-0044-3764-DF10-B57370739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>
                <a:latin typeface="SimSun"/>
                <a:ea typeface="SimSun"/>
              </a:rPr>
              <a:t>Technische Highlights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8C43E5-8E22-F6BE-61D4-7ABDE5F200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02036"/>
            <a:ext cx="5244230" cy="466448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de-DE" sz="2000" b="1">
                <a:solidFill>
                  <a:srgbClr val="F08000"/>
                </a:solidFill>
                <a:latin typeface="SimSun"/>
                <a:ea typeface="SimSun"/>
              </a:rPr>
              <a:t>Logik</a:t>
            </a:r>
          </a:p>
          <a:p>
            <a:pPr marL="0" indent="0">
              <a:buNone/>
            </a:pPr>
            <a:r>
              <a:rPr lang="de-DE" sz="2000">
                <a:latin typeface="SimSun"/>
                <a:ea typeface="SimSun"/>
              </a:rPr>
              <a:t>Einfache erweiterbare Logik</a:t>
            </a:r>
          </a:p>
          <a:p>
            <a:pPr marL="0" indent="0">
              <a:buNone/>
            </a:pPr>
            <a:endParaRPr lang="de-DE" sz="2000">
              <a:solidFill>
                <a:srgbClr val="000000"/>
              </a:solidFill>
              <a:latin typeface="SimSun"/>
              <a:ea typeface="SimSun"/>
            </a:endParaRPr>
          </a:p>
          <a:p>
            <a:pPr marL="0" indent="0">
              <a:buNone/>
            </a:pPr>
            <a:r>
              <a:rPr lang="de-DE" sz="2000" b="1">
                <a:solidFill>
                  <a:srgbClr val="F08000"/>
                </a:solidFill>
                <a:latin typeface="SimSun"/>
                <a:ea typeface="SimSun"/>
              </a:rPr>
              <a:t>Steuerung</a:t>
            </a:r>
          </a:p>
          <a:p>
            <a:pPr marL="0" indent="0">
              <a:buNone/>
            </a:pPr>
            <a:r>
              <a:rPr lang="de-DE" sz="2000">
                <a:latin typeface="SimSun"/>
                <a:ea typeface="SimSun"/>
              </a:rPr>
              <a:t>Einfach anpassbares Verhalten</a:t>
            </a:r>
          </a:p>
          <a:p>
            <a:pPr marL="0" indent="0">
              <a:buNone/>
            </a:pPr>
            <a:endParaRPr lang="de-DE" sz="2000">
              <a:solidFill>
                <a:srgbClr val="000000"/>
              </a:solidFill>
              <a:latin typeface="SimSun"/>
              <a:ea typeface="SimSun"/>
            </a:endParaRPr>
          </a:p>
          <a:p>
            <a:pPr marL="0" indent="0">
              <a:buNone/>
            </a:pPr>
            <a:r>
              <a:rPr lang="de-DE" sz="2000" b="1">
                <a:solidFill>
                  <a:srgbClr val="F08000"/>
                </a:solidFill>
                <a:latin typeface="SimSun"/>
                <a:ea typeface="SimSun"/>
              </a:rPr>
              <a:t>Regelung</a:t>
            </a:r>
            <a:endParaRPr lang="en-US" sz="2000">
              <a:solidFill>
                <a:srgbClr val="000000"/>
              </a:solidFill>
              <a:latin typeface="SimSun"/>
              <a:ea typeface="SimSun"/>
            </a:endParaRPr>
          </a:p>
          <a:p>
            <a:pPr marL="0" indent="0">
              <a:buNone/>
            </a:pPr>
            <a:r>
              <a:rPr lang="de-DE" sz="2000">
                <a:solidFill>
                  <a:srgbClr val="000000"/>
                </a:solidFill>
                <a:latin typeface="SimSun"/>
                <a:ea typeface="SimSun"/>
              </a:rPr>
              <a:t>Einfache, robuste Regelung über ein industriell etabliertes Regelungssystem</a:t>
            </a:r>
            <a:endParaRPr lang="de-DE"/>
          </a:p>
          <a:p>
            <a:pPr marL="0" indent="0">
              <a:buNone/>
            </a:pPr>
            <a:endParaRPr lang="de-DE" sz="2000" b="1">
              <a:solidFill>
                <a:srgbClr val="F08000"/>
              </a:solidFill>
              <a:latin typeface="SimSun"/>
              <a:ea typeface="SimSun"/>
            </a:endParaRP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5E69A20-6468-28A7-4B9D-14BC500979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88694" y="1502035"/>
            <a:ext cx="5254668" cy="466448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de-DE" sz="2000" b="1">
                <a:solidFill>
                  <a:srgbClr val="F08000"/>
                </a:solidFill>
                <a:latin typeface="SimSun"/>
                <a:ea typeface="SimSun"/>
              </a:rPr>
              <a:t>Dokumentation</a:t>
            </a:r>
          </a:p>
          <a:p>
            <a:pPr marL="0" indent="0">
              <a:buNone/>
            </a:pPr>
            <a:r>
              <a:rPr lang="de-DE" sz="2000">
                <a:latin typeface="SimSun"/>
                <a:ea typeface="SimSun"/>
              </a:rPr>
              <a:t>Dokumentation, die Weiterentwicklung als auch Anwendung einfach macht</a:t>
            </a:r>
          </a:p>
          <a:p>
            <a:pPr marL="0" indent="0">
              <a:buNone/>
            </a:pPr>
            <a:endParaRPr lang="de-DE" sz="2000">
              <a:solidFill>
                <a:srgbClr val="000000"/>
              </a:solidFill>
              <a:latin typeface="SimSun"/>
              <a:ea typeface="SimSun"/>
            </a:endParaRPr>
          </a:p>
          <a:p>
            <a:pPr marL="0" indent="0">
              <a:buNone/>
            </a:pPr>
            <a:r>
              <a:rPr lang="de-DE" sz="2000" b="1">
                <a:solidFill>
                  <a:srgbClr val="F08000"/>
                </a:solidFill>
                <a:latin typeface="SimSun"/>
                <a:ea typeface="SimSun"/>
              </a:rPr>
              <a:t>Software-Prinzipien</a:t>
            </a:r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de-DE" sz="2000">
                <a:latin typeface="SimSun"/>
                <a:ea typeface="SimSun"/>
              </a:rPr>
              <a:t>Modularität </a:t>
            </a:r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de-DE" sz="2000">
                <a:latin typeface="SimSun"/>
                <a:ea typeface="SimSun"/>
              </a:rPr>
              <a:t>Einheitlichkeit </a:t>
            </a:r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de-DE" sz="2000">
                <a:latin typeface="SimSun"/>
                <a:ea typeface="SimSun"/>
              </a:rPr>
              <a:t>Aufgabentrennung</a:t>
            </a:r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de-DE" sz="2000">
                <a:latin typeface="SimSun"/>
                <a:ea typeface="SimSun"/>
              </a:rPr>
              <a:t>Wiederverwendbarkeit</a:t>
            </a:r>
          </a:p>
        </p:txBody>
      </p:sp>
    </p:spTree>
    <p:extLst>
      <p:ext uri="{BB962C8B-B14F-4D97-AF65-F5344CB8AC3E}">
        <p14:creationId xmlns:p14="http://schemas.microsoft.com/office/powerpoint/2010/main" val="2791033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A2F29-2750-1634-E315-1200D6302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SimSun"/>
                <a:ea typeface="SimSun"/>
              </a:rPr>
              <a:t>Rahmenbedingungen</a:t>
            </a:r>
            <a:endParaRPr lang="en-US" b="1" dirty="0">
              <a:latin typeface="SimSun"/>
              <a:ea typeface="SimSu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AA392-5700-DD3E-3BDD-F63193A6D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08000"/>
                </a:solidFill>
                <a:latin typeface="SimSun"/>
                <a:ea typeface="SimSun"/>
              </a:rPr>
              <a:t>ArUco Marker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en-US" dirty="0">
                <a:latin typeface="SimSun"/>
                <a:ea typeface="SimSun"/>
              </a:rPr>
              <a:t>ArUco Marker an den </a:t>
            </a:r>
            <a:r>
              <a:rPr lang="en-US" dirty="0" err="1">
                <a:latin typeface="SimSun"/>
                <a:ea typeface="SimSun"/>
              </a:rPr>
              <a:t>Enden</a:t>
            </a:r>
            <a:r>
              <a:rPr lang="en-US" dirty="0">
                <a:latin typeface="SimSun"/>
                <a:ea typeface="SimSun"/>
              </a:rPr>
              <a:t> der </a:t>
            </a:r>
            <a:r>
              <a:rPr lang="en-US" dirty="0" err="1">
                <a:latin typeface="SimSun"/>
                <a:ea typeface="SimSun"/>
              </a:rPr>
              <a:t>Rohren</a:t>
            </a:r>
            <a:endParaRPr lang="en-US" dirty="0">
              <a:latin typeface="SimSun"/>
              <a:ea typeface="SimSun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US" dirty="0">
                <a:latin typeface="SimSun"/>
                <a:ea typeface="SimSun"/>
              </a:rPr>
              <a:t>Marker muss </a:t>
            </a:r>
            <a:r>
              <a:rPr lang="en-US" dirty="0" err="1">
                <a:latin typeface="SimSun"/>
                <a:ea typeface="SimSun"/>
              </a:rPr>
              <a:t>sauber</a:t>
            </a:r>
            <a:r>
              <a:rPr lang="en-US" dirty="0">
                <a:latin typeface="SimSun"/>
                <a:ea typeface="SimSun"/>
              </a:rPr>
              <a:t>(auf dem Bot) </a:t>
            </a:r>
            <a:r>
              <a:rPr lang="en-US" dirty="0" err="1">
                <a:latin typeface="SimSun"/>
                <a:ea typeface="SimSun"/>
              </a:rPr>
              <a:t>zu</a:t>
            </a:r>
            <a:r>
              <a:rPr lang="en-US" dirty="0">
                <a:latin typeface="SimSun"/>
                <a:ea typeface="SimSun"/>
              </a:rPr>
              <a:t> </a:t>
            </a:r>
            <a:r>
              <a:rPr lang="en-US" dirty="0" err="1">
                <a:latin typeface="SimSun"/>
                <a:ea typeface="SimSun"/>
              </a:rPr>
              <a:t>erkennen</a:t>
            </a:r>
            <a:r>
              <a:rPr lang="en-US" dirty="0">
                <a:latin typeface="SimSun"/>
                <a:ea typeface="SimSun"/>
              </a:rPr>
              <a:t> sein!</a:t>
            </a:r>
            <a:endParaRPr lang="en-US" dirty="0"/>
          </a:p>
          <a:p>
            <a:pPr>
              <a:buFont typeface="Wingdings" panose="020B0604020202020204" pitchFamily="34" charset="0"/>
              <a:buChar char="Ø"/>
            </a:pPr>
            <a:r>
              <a:rPr lang="en-US" dirty="0">
                <a:latin typeface="SimSun"/>
                <a:ea typeface="SimSun"/>
              </a:rPr>
              <a:t>Marker </a:t>
            </a:r>
            <a:r>
              <a:rPr lang="en-US" dirty="0" err="1">
                <a:latin typeface="SimSun"/>
                <a:ea typeface="SimSun"/>
              </a:rPr>
              <a:t>entspricht</a:t>
            </a:r>
            <a:r>
              <a:rPr lang="en-US" dirty="0">
                <a:latin typeface="SimSun"/>
                <a:ea typeface="SimSun"/>
              </a:rPr>
              <a:t> den </a:t>
            </a:r>
            <a:r>
              <a:rPr lang="en-US" dirty="0" err="1">
                <a:latin typeface="SimSun"/>
                <a:ea typeface="SimSun"/>
              </a:rPr>
              <a:t>eingestellten</a:t>
            </a:r>
            <a:r>
              <a:rPr lang="en-US" dirty="0">
                <a:latin typeface="SimSun"/>
                <a:ea typeface="SimSun"/>
              </a:rPr>
              <a:t> Marker IDs und </a:t>
            </a:r>
            <a:r>
              <a:rPr lang="en-US" dirty="0" err="1">
                <a:latin typeface="SimSun"/>
                <a:ea typeface="SimSun"/>
              </a:rPr>
              <a:t>Größen</a:t>
            </a:r>
            <a:r>
              <a:rPr lang="en-US" dirty="0">
                <a:latin typeface="SimSun"/>
                <a:ea typeface="SimSun"/>
              </a:rPr>
              <a:t>!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08000"/>
                </a:solidFill>
                <a:latin typeface="SimSun"/>
                <a:ea typeface="SimSun"/>
              </a:rPr>
              <a:t>Bot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en-US" dirty="0" err="1">
                <a:latin typeface="SimSun"/>
                <a:ea typeface="SimSun"/>
              </a:rPr>
              <a:t>Verfolgt</a:t>
            </a:r>
            <a:r>
              <a:rPr lang="en-US" dirty="0">
                <a:latin typeface="SimSun"/>
                <a:ea typeface="SimSun"/>
              </a:rPr>
              <a:t> </a:t>
            </a:r>
            <a:r>
              <a:rPr lang="en-US" dirty="0" err="1">
                <a:latin typeface="SimSun"/>
                <a:ea typeface="SimSun"/>
              </a:rPr>
              <a:t>nur</a:t>
            </a:r>
            <a:r>
              <a:rPr lang="en-US" dirty="0">
                <a:latin typeface="SimSun"/>
                <a:ea typeface="SimSun"/>
              </a:rPr>
              <a:t> </a:t>
            </a:r>
            <a:r>
              <a:rPr lang="en-US" dirty="0" err="1">
                <a:latin typeface="SimSun"/>
                <a:ea typeface="SimSun"/>
              </a:rPr>
              <a:t>andere</a:t>
            </a:r>
            <a:r>
              <a:rPr lang="en-US" dirty="0">
                <a:latin typeface="SimSun"/>
                <a:ea typeface="SimSun"/>
              </a:rPr>
              <a:t> Bots und </a:t>
            </a:r>
            <a:r>
              <a:rPr lang="en-US" dirty="0" err="1">
                <a:latin typeface="SimSun"/>
                <a:ea typeface="SimSun"/>
              </a:rPr>
              <a:t>kann</a:t>
            </a:r>
            <a:r>
              <a:rPr lang="en-US" dirty="0">
                <a:latin typeface="SimSun"/>
                <a:ea typeface="SimSun"/>
              </a:rPr>
              <a:t> nicht auf </a:t>
            </a:r>
            <a:r>
              <a:rPr lang="en-US" dirty="0" err="1">
                <a:latin typeface="SimSun"/>
                <a:ea typeface="SimSun"/>
              </a:rPr>
              <a:t>andere</a:t>
            </a:r>
            <a:r>
              <a:rPr lang="en-US" dirty="0">
                <a:latin typeface="SimSun"/>
                <a:ea typeface="SimSun"/>
              </a:rPr>
              <a:t> frontal </a:t>
            </a:r>
            <a:r>
              <a:rPr lang="en-US" dirty="0" err="1">
                <a:latin typeface="SimSun"/>
                <a:ea typeface="SimSun"/>
              </a:rPr>
              <a:t>zufahren</a:t>
            </a:r>
            <a:r>
              <a:rPr lang="en-US" dirty="0">
                <a:latin typeface="SimSun"/>
                <a:ea typeface="SimSun"/>
              </a:rPr>
              <a:t>!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en-US" dirty="0">
                <a:latin typeface="SimSun"/>
                <a:ea typeface="SimSun"/>
              </a:rPr>
              <a:t>Muss </a:t>
            </a:r>
            <a:r>
              <a:rPr lang="en-US" dirty="0" err="1">
                <a:latin typeface="SimSun"/>
                <a:ea typeface="SimSun"/>
              </a:rPr>
              <a:t>vollständig</a:t>
            </a:r>
            <a:r>
              <a:rPr lang="en-US" dirty="0">
                <a:latin typeface="SimSun"/>
                <a:ea typeface="SimSun"/>
              </a:rPr>
              <a:t> </a:t>
            </a:r>
            <a:r>
              <a:rPr lang="en-US" dirty="0" err="1">
                <a:latin typeface="SimSun"/>
                <a:ea typeface="SimSun"/>
              </a:rPr>
              <a:t>initialisiert</a:t>
            </a:r>
            <a:r>
              <a:rPr lang="en-US" dirty="0">
                <a:latin typeface="SimSun"/>
                <a:ea typeface="SimSun"/>
              </a:rPr>
              <a:t> </a:t>
            </a:r>
            <a:r>
              <a:rPr lang="en-US" dirty="0" err="1">
                <a:latin typeface="SimSun"/>
                <a:ea typeface="SimSun"/>
              </a:rPr>
              <a:t>werden</a:t>
            </a:r>
            <a:r>
              <a:rPr lang="en-US" dirty="0">
                <a:latin typeface="SimSun"/>
                <a:ea typeface="SimSun"/>
              </a:rPr>
              <a:t> bevor </a:t>
            </a:r>
            <a:r>
              <a:rPr lang="en-US" dirty="0" err="1">
                <a:latin typeface="SimSun"/>
                <a:ea typeface="SimSun"/>
              </a:rPr>
              <a:t>ein</a:t>
            </a:r>
            <a:r>
              <a:rPr lang="en-US" dirty="0">
                <a:latin typeface="SimSun"/>
                <a:ea typeface="SimSun"/>
              </a:rPr>
              <a:t> follow </a:t>
            </a:r>
            <a:r>
              <a:rPr lang="en-US" dirty="0" err="1">
                <a:latin typeface="SimSun"/>
                <a:ea typeface="SimSun"/>
              </a:rPr>
              <a:t>möglich</a:t>
            </a:r>
            <a:r>
              <a:rPr lang="en-US" dirty="0">
                <a:latin typeface="SimSun"/>
                <a:ea typeface="SimSun"/>
              </a:rPr>
              <a:t> </a:t>
            </a:r>
            <a:r>
              <a:rPr lang="en-US" dirty="0" err="1">
                <a:latin typeface="SimSun"/>
                <a:ea typeface="SimSun"/>
              </a:rPr>
              <a:t>ist</a:t>
            </a:r>
            <a:endParaRPr lang="en-US" dirty="0">
              <a:latin typeface="SimSun"/>
              <a:ea typeface="SimSun"/>
            </a:endParaRPr>
          </a:p>
          <a:p>
            <a:pPr>
              <a:buFont typeface="Wingdings" panose="020B0604020202020204" pitchFamily="34" charset="0"/>
              <a:buChar char="Ø"/>
            </a:pPr>
            <a:endParaRPr lang="en-US" dirty="0">
              <a:latin typeface="SimSun"/>
              <a:ea typeface="SimSun"/>
            </a:endParaRPr>
          </a:p>
          <a:p>
            <a:pPr>
              <a:buFont typeface="Wingdings" panose="020B0604020202020204" pitchFamily="34" charset="0"/>
              <a:buChar char="Ø"/>
            </a:pPr>
            <a:endParaRPr lang="en-US" dirty="0">
              <a:latin typeface="SimSun"/>
              <a:ea typeface="SimSun"/>
            </a:endParaRPr>
          </a:p>
          <a:p>
            <a:pPr>
              <a:buFont typeface="Wingdings" panose="020B0604020202020204" pitchFamily="34" charset="0"/>
              <a:buChar char="Ø"/>
            </a:pPr>
            <a:endParaRPr lang="en-US" dirty="0">
              <a:latin typeface="SimSun"/>
              <a:ea typeface="SimSun"/>
            </a:endParaRPr>
          </a:p>
        </p:txBody>
      </p:sp>
    </p:spTree>
    <p:extLst>
      <p:ext uri="{BB962C8B-B14F-4D97-AF65-F5344CB8AC3E}">
        <p14:creationId xmlns:p14="http://schemas.microsoft.com/office/powerpoint/2010/main" val="1885111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41289-E0F4-3B86-93FA-C84128E06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SimSun"/>
                <a:ea typeface="SimSun"/>
              </a:rPr>
              <a:t>Demonstration &amp; Zusammenfassung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869D1-F8DF-28F1-4FA8-ECA4EB4D5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60813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rgbClr val="ABB2BF"/>
                </a:solidFill>
                <a:latin typeface="Consolas"/>
              </a:rPr>
              <a:t>🎬</a:t>
            </a:r>
            <a:r>
              <a:rPr lang="en-US" b="1">
                <a:solidFill>
                  <a:srgbClr val="F08000"/>
                </a:solidFill>
                <a:latin typeface="SimSun"/>
                <a:ea typeface="SimSun"/>
              </a:rPr>
              <a:t> Live-Demonstration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en-US" err="1">
                <a:latin typeface="SimSun"/>
                <a:ea typeface="SimSun"/>
              </a:rPr>
              <a:t>Initialisierung</a:t>
            </a:r>
            <a:r>
              <a:rPr lang="en-US">
                <a:latin typeface="SimSun"/>
                <a:ea typeface="SimSun"/>
              </a:rPr>
              <a:t> und </a:t>
            </a:r>
            <a:r>
              <a:rPr lang="en-US" err="1">
                <a:latin typeface="SimSun"/>
                <a:ea typeface="SimSun"/>
              </a:rPr>
              <a:t>Zielausrichtung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en-US" err="1">
                <a:latin typeface="SimSun"/>
                <a:ea typeface="SimSun"/>
              </a:rPr>
              <a:t>Autonome</a:t>
            </a:r>
            <a:r>
              <a:rPr lang="en-US">
                <a:latin typeface="SimSun"/>
                <a:ea typeface="SimSun"/>
              </a:rPr>
              <a:t> Navigation </a:t>
            </a:r>
            <a:r>
              <a:rPr lang="en-US" err="1">
                <a:latin typeface="SimSun"/>
                <a:ea typeface="SimSun"/>
              </a:rPr>
              <a:t>zu</a:t>
            </a:r>
            <a:r>
              <a:rPr lang="en-US">
                <a:latin typeface="SimSun"/>
                <a:ea typeface="SimSun"/>
              </a:rPr>
              <a:t> ArUco-Marker (ID 0)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en-US" err="1">
                <a:latin typeface="SimSun"/>
                <a:ea typeface="SimSun"/>
              </a:rPr>
              <a:t>Automatischer</a:t>
            </a:r>
            <a:r>
              <a:rPr lang="en-US">
                <a:latin typeface="SimSun"/>
                <a:ea typeface="SimSun"/>
              </a:rPr>
              <a:t> </a:t>
            </a:r>
            <a:r>
              <a:rPr lang="en-US" err="1">
                <a:latin typeface="SimSun"/>
                <a:ea typeface="SimSun"/>
              </a:rPr>
              <a:t>Wechsel</a:t>
            </a:r>
            <a:r>
              <a:rPr lang="en-US">
                <a:latin typeface="SimSun"/>
                <a:ea typeface="SimSun"/>
              </a:rPr>
              <a:t> in Follow-Modus (ID 69)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en-US" err="1">
                <a:latin typeface="SimSun"/>
                <a:ea typeface="SimSun"/>
              </a:rPr>
              <a:t>Objektverfolgung</a:t>
            </a:r>
            <a:r>
              <a:rPr lang="en-US">
                <a:latin typeface="SimSun"/>
                <a:ea typeface="SimSun"/>
              </a:rPr>
              <a:t> </a:t>
            </a:r>
            <a:r>
              <a:rPr lang="en-US" err="1">
                <a:latin typeface="SimSun"/>
                <a:ea typeface="SimSun"/>
              </a:rPr>
              <a:t>mit</a:t>
            </a:r>
            <a:r>
              <a:rPr lang="en-US">
                <a:latin typeface="SimSun"/>
                <a:ea typeface="SimSun"/>
              </a:rPr>
              <a:t> </a:t>
            </a:r>
            <a:r>
              <a:rPr lang="en-US" err="1">
                <a:latin typeface="SimSun"/>
                <a:ea typeface="SimSun"/>
              </a:rPr>
              <a:t>Abstandsregelung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EF94006-A4E8-4865-D643-49278743C7C0}"/>
              </a:ext>
            </a:extLst>
          </p:cNvPr>
          <p:cNvSpPr txBox="1"/>
          <p:nvPr/>
        </p:nvSpPr>
        <p:spPr>
          <a:xfrm>
            <a:off x="842415" y="4651955"/>
            <a:ext cx="4966568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2000" b="1">
                <a:solidFill>
                  <a:srgbClr val="F08000"/>
                </a:solidFill>
                <a:latin typeface="SimSun"/>
                <a:ea typeface="SimSun"/>
              </a:rPr>
              <a:t>Projekterfolge</a:t>
            </a:r>
          </a:p>
          <a:p>
            <a:pPr marL="342900" indent="-342900">
              <a:buFont typeface="Wingdings"/>
              <a:buChar char="ü"/>
            </a:pPr>
            <a:r>
              <a:rPr lang="de-DE" sz="2000">
                <a:latin typeface="SimSun"/>
                <a:ea typeface="SimSun"/>
              </a:rPr>
              <a:t>Alle Kernfunktionen implementiert</a:t>
            </a:r>
          </a:p>
          <a:p>
            <a:pPr marL="342900" indent="-342900">
              <a:buFont typeface="Wingdings"/>
              <a:buChar char="ü"/>
            </a:pPr>
            <a:r>
              <a:rPr lang="de-DE" sz="2000">
                <a:latin typeface="SimSun"/>
                <a:ea typeface="SimSun"/>
              </a:rPr>
              <a:t>Modulare, erweiterbare Architektur</a:t>
            </a:r>
          </a:p>
          <a:p>
            <a:pPr marL="342900" indent="-342900">
              <a:buFont typeface="Wingdings"/>
              <a:buChar char="ü"/>
            </a:pPr>
            <a:r>
              <a:rPr lang="de-DE" sz="2000">
                <a:latin typeface="SimSun"/>
                <a:ea typeface="SimSun"/>
              </a:rPr>
              <a:t>Robuste Vision-Pipeline</a:t>
            </a:r>
          </a:p>
          <a:p>
            <a:pPr marL="342900" indent="-342900">
              <a:buFont typeface="Wingdings"/>
              <a:buChar char="ü"/>
            </a:pPr>
            <a:r>
              <a:rPr lang="de-DE" sz="2000">
                <a:latin typeface="SimSun"/>
                <a:ea typeface="SimSun"/>
              </a:rPr>
              <a:t>Umfassende Dokumentation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A3EFAE7-6F3D-E906-6787-67B1949B43F0}"/>
              </a:ext>
            </a:extLst>
          </p:cNvPr>
          <p:cNvSpPr txBox="1"/>
          <p:nvPr/>
        </p:nvSpPr>
        <p:spPr>
          <a:xfrm>
            <a:off x="6395619" y="4651954"/>
            <a:ext cx="4966568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2000" b="1">
                <a:solidFill>
                  <a:srgbClr val="F08000"/>
                </a:solidFill>
                <a:latin typeface="SimSun"/>
                <a:ea typeface="SimSun"/>
              </a:rPr>
              <a:t>Ausblick</a:t>
            </a:r>
          </a:p>
          <a:p>
            <a:pPr marL="342900" indent="-342900">
              <a:buFont typeface="Wingdings"/>
              <a:buChar char="Ø"/>
            </a:pPr>
            <a:r>
              <a:rPr lang="de-DE" sz="2000">
                <a:latin typeface="SimSun"/>
                <a:ea typeface="SimSun"/>
              </a:rPr>
              <a:t>Bedien- und Kontrolloberfläche</a:t>
            </a:r>
          </a:p>
          <a:p>
            <a:pPr marL="342900" indent="-342900">
              <a:buFont typeface="Wingdings"/>
              <a:buChar char="Ø"/>
            </a:pPr>
            <a:r>
              <a:rPr lang="de-DE" sz="2000">
                <a:latin typeface="SimSun"/>
                <a:ea typeface="SimSun"/>
              </a:rPr>
              <a:t>Multi-Robot-Koordination</a:t>
            </a:r>
            <a:endParaRPr lang="de-DE"/>
          </a:p>
          <a:p>
            <a:pPr marL="342900" indent="-342900">
              <a:buFont typeface="Wingdings"/>
              <a:buChar char="Ø"/>
            </a:pPr>
            <a:r>
              <a:rPr lang="de-DE" sz="2000">
                <a:latin typeface="SimSun"/>
                <a:ea typeface="SimSun"/>
              </a:rPr>
              <a:t>Erweiterte Fehlerbehandlung</a:t>
            </a:r>
          </a:p>
          <a:p>
            <a:pPr marL="342900" indent="-342900">
              <a:buFont typeface="Wingdings"/>
              <a:buChar char="Ø"/>
            </a:pPr>
            <a:endParaRPr lang="de-DE" sz="2000">
              <a:latin typeface="SimSun"/>
              <a:ea typeface="SimSun"/>
            </a:endParaRPr>
          </a:p>
        </p:txBody>
      </p:sp>
    </p:spTree>
    <p:extLst>
      <p:ext uri="{BB962C8B-B14F-4D97-AF65-F5344CB8AC3E}">
        <p14:creationId xmlns:p14="http://schemas.microsoft.com/office/powerpoint/2010/main" val="3731690058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arissa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988f0a4-524a-45f2-829d-417725fa4957}" enabled="1" method="Standard" siteId="{52daf2a9-3b73-4da4-ac6a-3f81adc92b7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</Words>
  <Application>Microsoft Office PowerPoint</Application>
  <PresentationFormat>Breitbild</PresentationFormat>
  <Paragraphs>55</Paragraphs>
  <Slides>5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2" baseType="lpstr">
      <vt:lpstr>SimSun</vt:lpstr>
      <vt:lpstr>Aptos</vt:lpstr>
      <vt:lpstr>Aptos Display</vt:lpstr>
      <vt:lpstr>Arial</vt:lpstr>
      <vt:lpstr>Consolas</vt:lpstr>
      <vt:lpstr>Wingdings</vt:lpstr>
      <vt:lpstr>Larissa</vt:lpstr>
      <vt:lpstr>Präsentation Kunde</vt:lpstr>
      <vt:lpstr>Projektübersicht</vt:lpstr>
      <vt:lpstr>Technische Highlights</vt:lpstr>
      <vt:lpstr>Rahmenbedingungen</vt:lpstr>
      <vt:lpstr>Demonstration &amp; Zusammenfassung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Louis Moser</cp:lastModifiedBy>
  <cp:revision>1</cp:revision>
  <dcterms:created xsi:type="dcterms:W3CDTF">2025-10-28T11:45:46Z</dcterms:created>
  <dcterms:modified xsi:type="dcterms:W3CDTF">2026-01-15T13:06:27Z</dcterms:modified>
</cp:coreProperties>
</file>